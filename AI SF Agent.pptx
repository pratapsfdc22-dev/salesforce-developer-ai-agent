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94708"/>
  </p:normalViewPr>
  <p:slideViewPr>
    <p:cSldViewPr snapToGrid="0">
      <p:cViewPr varScale="1">
        <p:scale>
          <a:sx n="137" d="100"/>
          <a:sy n="137" d="100"/>
        </p:scale>
        <p:origin x="16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BulletTimelineColorVariant1">
  <dgm:title val="Bullet Timeline Color Variant 1"/>
  <dgm:desc val="Bullet Timeline Color Variant 1"/>
  <dgm:catLst>
    <dgm:cat type="Other" pri="2"/>
  </dgm:catLst>
  <dgm:styleLbl name="node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lnNode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>
        <a:lumMod val="20000"/>
        <a:lumOff val="80000"/>
      </a:schemeClr>
    </dgm:fillClrLst>
    <dgm:linClrLst meth="repeat">
      <a:schemeClr val="tx1"/>
    </dgm:linClrLst>
    <dgm:effectClrLst/>
    <dgm:txLinClrLst/>
    <dgm:txFillClrLst/>
    <dgm:txEffectClrLst/>
  </dgm:styleLbl>
  <dgm:styleLbl name="node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1">
        <a:alpha val="90000"/>
        <a:tint val="40000"/>
      </a:schemeClr>
    </dgm:fillClrLst>
    <dgm:linClrLst meth="repeat">
      <a:schemeClr val="dk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57B21-0775-4C1B-8C64-E1BC4279203C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A765C3B-34D5-4D27-88E9-0BFC6E690033}">
      <dgm:prSet/>
      <dgm:spPr/>
      <dgm:t>
        <a:bodyPr/>
        <a:lstStyle/>
        <a:p>
          <a:r>
            <a:rPr lang="en-US" b="1"/>
            <a:t>The Challenge</a:t>
          </a:r>
          <a:endParaRPr lang="en-US"/>
        </a:p>
      </dgm:t>
    </dgm:pt>
    <dgm:pt modelId="{EADE7FFB-3FE2-4404-94A8-06BAF8DDA210}" type="parTrans" cxnId="{CF699093-DAB0-4213-9D11-0823E75631AC}">
      <dgm:prSet/>
      <dgm:spPr/>
      <dgm:t>
        <a:bodyPr/>
        <a:lstStyle/>
        <a:p>
          <a:endParaRPr lang="en-US"/>
        </a:p>
      </dgm:t>
    </dgm:pt>
    <dgm:pt modelId="{E3E5748B-BC7B-4A18-9CF8-BBEB5EA78DD0}" type="sibTrans" cxnId="{CF699093-DAB0-4213-9D11-0823E75631AC}">
      <dgm:prSet/>
      <dgm:spPr/>
      <dgm:t>
        <a:bodyPr/>
        <a:lstStyle/>
        <a:p>
          <a:endParaRPr lang="en-US"/>
        </a:p>
      </dgm:t>
    </dgm:pt>
    <dgm:pt modelId="{D274A28D-B358-459A-84BE-4E68B51828D6}">
      <dgm:prSet/>
      <dgm:spPr/>
      <dgm:t>
        <a:bodyPr/>
        <a:lstStyle/>
        <a:p>
          <a:r>
            <a:rPr lang="en-US"/>
            <a:t>- Manual Salesforce configuration is time-consuming and repetitive</a:t>
          </a:r>
        </a:p>
      </dgm:t>
    </dgm:pt>
    <dgm:pt modelId="{F71332A7-4B63-41AF-95F0-5E32B553EBFA}" type="parTrans" cxnId="{B8D9B1C8-50C6-43F3-936C-32315B93D0FC}">
      <dgm:prSet/>
      <dgm:spPr/>
      <dgm:t>
        <a:bodyPr/>
        <a:lstStyle/>
        <a:p>
          <a:endParaRPr lang="en-US"/>
        </a:p>
      </dgm:t>
    </dgm:pt>
    <dgm:pt modelId="{79B167E9-6DA4-4B9A-973F-27F905649503}" type="sibTrans" cxnId="{B8D9B1C8-50C6-43F3-936C-32315B93D0FC}">
      <dgm:prSet/>
      <dgm:spPr/>
      <dgm:t>
        <a:bodyPr/>
        <a:lstStyle/>
        <a:p>
          <a:endParaRPr lang="en-US"/>
        </a:p>
      </dgm:t>
    </dgm:pt>
    <dgm:pt modelId="{4592FB90-7E19-479D-B328-19F546D5CE31}">
      <dgm:prSet/>
      <dgm:spPr/>
      <dgm:t>
        <a:bodyPr/>
        <a:lstStyle/>
        <a:p>
          <a:r>
            <a:rPr lang="en-US"/>
            <a:t>- Developers spend hours creating custom fields, validation rules, and workflows</a:t>
          </a:r>
        </a:p>
      </dgm:t>
    </dgm:pt>
    <dgm:pt modelId="{737C5054-6126-4D14-90E2-E5E36C2F542E}" type="parTrans" cxnId="{342590E6-8490-4840-BB98-D6FE4D238DD3}">
      <dgm:prSet/>
      <dgm:spPr/>
      <dgm:t>
        <a:bodyPr/>
        <a:lstStyle/>
        <a:p>
          <a:endParaRPr lang="en-US"/>
        </a:p>
      </dgm:t>
    </dgm:pt>
    <dgm:pt modelId="{C58BC723-B223-4F51-8C15-F0F9B7D58E7A}" type="sibTrans" cxnId="{342590E6-8490-4840-BB98-D6FE4D238DD3}">
      <dgm:prSet/>
      <dgm:spPr/>
      <dgm:t>
        <a:bodyPr/>
        <a:lstStyle/>
        <a:p>
          <a:endParaRPr lang="en-US"/>
        </a:p>
      </dgm:t>
    </dgm:pt>
    <dgm:pt modelId="{26B6E9B4-DD1D-4625-BD6E-6B1C97277699}">
      <dgm:prSet/>
      <dgm:spPr/>
      <dgm:t>
        <a:bodyPr/>
        <a:lstStyle/>
        <a:p>
          <a:r>
            <a:rPr lang="en-US"/>
            <a:t>- Communication gaps between business users and technical teams</a:t>
          </a:r>
        </a:p>
      </dgm:t>
    </dgm:pt>
    <dgm:pt modelId="{DE438A1E-DF75-4312-84AE-FE73C02E3D93}" type="parTrans" cxnId="{0BC864B8-BA8A-4F1B-898A-07F65BBCC2CE}">
      <dgm:prSet/>
      <dgm:spPr/>
      <dgm:t>
        <a:bodyPr/>
        <a:lstStyle/>
        <a:p>
          <a:endParaRPr lang="en-US"/>
        </a:p>
      </dgm:t>
    </dgm:pt>
    <dgm:pt modelId="{2FD51283-B9C6-4FA4-B075-81B3CC60C1F6}" type="sibTrans" cxnId="{0BC864B8-BA8A-4F1B-898A-07F65BBCC2CE}">
      <dgm:prSet/>
      <dgm:spPr/>
      <dgm:t>
        <a:bodyPr/>
        <a:lstStyle/>
        <a:p>
          <a:endParaRPr lang="en-US"/>
        </a:p>
      </dgm:t>
    </dgm:pt>
    <dgm:pt modelId="{AAC13381-21E1-4F74-8B55-CDF97671AF6E}">
      <dgm:prSet/>
      <dgm:spPr/>
      <dgm:t>
        <a:bodyPr/>
        <a:lstStyle/>
        <a:p>
          <a:r>
            <a:rPr lang="en-US"/>
            <a:t>- Context switching between Jira, Salesforce, and development tools</a:t>
          </a:r>
        </a:p>
      </dgm:t>
    </dgm:pt>
    <dgm:pt modelId="{1826772B-21C9-4273-9298-8CA837F63E45}" type="parTrans" cxnId="{7AF90ED5-424E-4037-AFCA-A542235D89A7}">
      <dgm:prSet/>
      <dgm:spPr/>
      <dgm:t>
        <a:bodyPr/>
        <a:lstStyle/>
        <a:p>
          <a:endParaRPr lang="en-US"/>
        </a:p>
      </dgm:t>
    </dgm:pt>
    <dgm:pt modelId="{F3441E02-3C8C-47AD-8312-70BAD60653DD}" type="sibTrans" cxnId="{7AF90ED5-424E-4037-AFCA-A542235D89A7}">
      <dgm:prSet/>
      <dgm:spPr/>
      <dgm:t>
        <a:bodyPr/>
        <a:lstStyle/>
        <a:p>
          <a:endParaRPr lang="en-US"/>
        </a:p>
      </dgm:t>
    </dgm:pt>
    <dgm:pt modelId="{0759DFA3-7824-47E6-8BC9-4F65344F7BE5}">
      <dgm:prSet/>
      <dgm:spPr/>
      <dgm:t>
        <a:bodyPr/>
        <a:lstStyle/>
        <a:p>
          <a:r>
            <a:rPr lang="en-US" b="1"/>
            <a:t>The Solution</a:t>
          </a:r>
          <a:endParaRPr lang="en-US"/>
        </a:p>
      </dgm:t>
    </dgm:pt>
    <dgm:pt modelId="{FAFC0553-0885-4BAD-B20B-414AF3CE7C17}" type="parTrans" cxnId="{F266081A-9A54-4CC3-834E-F746566F4CAE}">
      <dgm:prSet/>
      <dgm:spPr/>
      <dgm:t>
        <a:bodyPr/>
        <a:lstStyle/>
        <a:p>
          <a:endParaRPr lang="en-US"/>
        </a:p>
      </dgm:t>
    </dgm:pt>
    <dgm:pt modelId="{DBF05FE0-DA8A-4BB9-A1EA-1EB3EC88641B}" type="sibTrans" cxnId="{F266081A-9A54-4CC3-834E-F746566F4CAE}">
      <dgm:prSet/>
      <dgm:spPr/>
      <dgm:t>
        <a:bodyPr/>
        <a:lstStyle/>
        <a:p>
          <a:endParaRPr lang="en-US"/>
        </a:p>
      </dgm:t>
    </dgm:pt>
    <dgm:pt modelId="{334A5528-06CE-4E9D-8700-C33DBBCA530E}">
      <dgm:prSet/>
      <dgm:spPr/>
      <dgm:t>
        <a:bodyPr/>
        <a:lstStyle/>
        <a:p>
          <a:r>
            <a:rPr lang="en-US"/>
            <a:t>An autonomous AI agent that:</a:t>
          </a:r>
        </a:p>
      </dgm:t>
    </dgm:pt>
    <dgm:pt modelId="{7659389F-80F6-402F-9970-663C993E5AFA}" type="parTrans" cxnId="{4C280BA3-F41F-4DF8-B3D5-14699442D70E}">
      <dgm:prSet/>
      <dgm:spPr/>
      <dgm:t>
        <a:bodyPr/>
        <a:lstStyle/>
        <a:p>
          <a:endParaRPr lang="en-US"/>
        </a:p>
      </dgm:t>
    </dgm:pt>
    <dgm:pt modelId="{251E901F-A909-4450-853E-FC0CEFEBB40B}" type="sibTrans" cxnId="{4C280BA3-F41F-4DF8-B3D5-14699442D70E}">
      <dgm:prSet/>
      <dgm:spPr/>
      <dgm:t>
        <a:bodyPr/>
        <a:lstStyle/>
        <a:p>
          <a:endParaRPr lang="en-US"/>
        </a:p>
      </dgm:t>
    </dgm:pt>
    <dgm:pt modelId="{07752A1E-8B7C-4EE5-8EC2-20F278F7A9DE}">
      <dgm:prSet/>
      <dgm:spPr/>
      <dgm:t>
        <a:bodyPr/>
        <a:lstStyle/>
        <a:p>
          <a:r>
            <a:rPr lang="en-US"/>
            <a:t>✅ Reads requirements from Jira Stories</a:t>
          </a:r>
        </a:p>
      </dgm:t>
    </dgm:pt>
    <dgm:pt modelId="{A812C9A4-9A8F-4A1A-9E37-CF291FF135F9}" type="parTrans" cxnId="{E7E30AC9-4F65-4BF2-A359-0024A50B5A28}">
      <dgm:prSet/>
      <dgm:spPr/>
      <dgm:t>
        <a:bodyPr/>
        <a:lstStyle/>
        <a:p>
          <a:endParaRPr lang="en-US"/>
        </a:p>
      </dgm:t>
    </dgm:pt>
    <dgm:pt modelId="{13EE9E40-462D-4C96-B8AE-D42B83A586F0}" type="sibTrans" cxnId="{E7E30AC9-4F65-4BF2-A359-0024A50B5A28}">
      <dgm:prSet/>
      <dgm:spPr/>
      <dgm:t>
        <a:bodyPr/>
        <a:lstStyle/>
        <a:p>
          <a:endParaRPr lang="en-US"/>
        </a:p>
      </dgm:t>
    </dgm:pt>
    <dgm:pt modelId="{B71593C2-BB3E-44ED-A231-64C7AB635E38}">
      <dgm:prSet/>
      <dgm:spPr/>
      <dgm:t>
        <a:bodyPr/>
        <a:lstStyle/>
        <a:p>
          <a:r>
            <a:rPr lang="en-US"/>
            <a:t>✅ Asks clarifying questions automatically</a:t>
          </a:r>
        </a:p>
      </dgm:t>
    </dgm:pt>
    <dgm:pt modelId="{69C66442-2334-46F5-AB15-2D3B150DC693}" type="parTrans" cxnId="{D2329DEC-90EF-4058-9E44-C01A56DE2192}">
      <dgm:prSet/>
      <dgm:spPr/>
      <dgm:t>
        <a:bodyPr/>
        <a:lstStyle/>
        <a:p>
          <a:endParaRPr lang="en-US"/>
        </a:p>
      </dgm:t>
    </dgm:pt>
    <dgm:pt modelId="{8C460DA1-B32D-49A8-A342-BCF35CE01C05}" type="sibTrans" cxnId="{D2329DEC-90EF-4058-9E44-C01A56DE2192}">
      <dgm:prSet/>
      <dgm:spPr/>
      <dgm:t>
        <a:bodyPr/>
        <a:lstStyle/>
        <a:p>
          <a:endParaRPr lang="en-US"/>
        </a:p>
      </dgm:t>
    </dgm:pt>
    <dgm:pt modelId="{9FE853E7-F974-4E8B-98AC-A1F51AB79DFD}">
      <dgm:prSet/>
      <dgm:spPr/>
      <dgm:t>
        <a:bodyPr/>
        <a:lstStyle/>
        <a:p>
          <a:r>
            <a:rPr lang="en-US"/>
            <a:t>✅ Generates Salesforce configurations using Claude AI</a:t>
          </a:r>
        </a:p>
      </dgm:t>
    </dgm:pt>
    <dgm:pt modelId="{8FF4F690-CDFE-4C5F-9AAC-0C0E51A10223}" type="parTrans" cxnId="{41537167-A292-4E40-A4DD-229EACFB44C2}">
      <dgm:prSet/>
      <dgm:spPr/>
      <dgm:t>
        <a:bodyPr/>
        <a:lstStyle/>
        <a:p>
          <a:endParaRPr lang="en-US"/>
        </a:p>
      </dgm:t>
    </dgm:pt>
    <dgm:pt modelId="{7DC99A30-B561-4C82-9D7B-7EA9069336E3}" type="sibTrans" cxnId="{41537167-A292-4E40-A4DD-229EACFB44C2}">
      <dgm:prSet/>
      <dgm:spPr/>
      <dgm:t>
        <a:bodyPr/>
        <a:lstStyle/>
        <a:p>
          <a:endParaRPr lang="en-US"/>
        </a:p>
      </dgm:t>
    </dgm:pt>
    <dgm:pt modelId="{F199D5CF-2154-4E56-921F-A649CF3F302A}">
      <dgm:prSet/>
      <dgm:spPr/>
      <dgm:t>
        <a:bodyPr/>
        <a:lstStyle/>
        <a:p>
          <a:r>
            <a:rPr lang="en-US"/>
            <a:t>✅ Deploys directly to Salesforce via Tooling API</a:t>
          </a:r>
        </a:p>
      </dgm:t>
    </dgm:pt>
    <dgm:pt modelId="{0DB4E771-4366-4F61-8120-A54AD0AF72E0}" type="parTrans" cxnId="{B8DE1555-37C1-4D8A-A93C-F75CFF3798AA}">
      <dgm:prSet/>
      <dgm:spPr/>
      <dgm:t>
        <a:bodyPr/>
        <a:lstStyle/>
        <a:p>
          <a:endParaRPr lang="en-US"/>
        </a:p>
      </dgm:t>
    </dgm:pt>
    <dgm:pt modelId="{51EBA9F4-3971-4321-A357-589AE426B81C}" type="sibTrans" cxnId="{B8DE1555-37C1-4D8A-A93C-F75CFF3798AA}">
      <dgm:prSet/>
      <dgm:spPr/>
      <dgm:t>
        <a:bodyPr/>
        <a:lstStyle/>
        <a:p>
          <a:endParaRPr lang="en-US"/>
        </a:p>
      </dgm:t>
    </dgm:pt>
    <dgm:pt modelId="{890C25FB-DAF2-4139-9135-41F492A37701}">
      <dgm:prSet/>
      <dgm:spPr/>
      <dgm:t>
        <a:bodyPr/>
        <a:lstStyle/>
        <a:p>
          <a:r>
            <a:rPr lang="en-US"/>
            <a:t>✅ Provides complete audit trail in Jira</a:t>
          </a:r>
        </a:p>
      </dgm:t>
    </dgm:pt>
    <dgm:pt modelId="{F1C8482E-27A5-44E0-B3BD-48752DCB032B}" type="parTrans" cxnId="{15DA2372-B060-47C5-8B7C-925D7C068A19}">
      <dgm:prSet/>
      <dgm:spPr/>
      <dgm:t>
        <a:bodyPr/>
        <a:lstStyle/>
        <a:p>
          <a:endParaRPr lang="en-US"/>
        </a:p>
      </dgm:t>
    </dgm:pt>
    <dgm:pt modelId="{F7D756FC-5D83-4A17-BD5A-91BFAB2E8BA6}" type="sibTrans" cxnId="{15DA2372-B060-47C5-8B7C-925D7C068A19}">
      <dgm:prSet/>
      <dgm:spPr/>
      <dgm:t>
        <a:bodyPr/>
        <a:lstStyle/>
        <a:p>
          <a:endParaRPr lang="en-US"/>
        </a:p>
      </dgm:t>
    </dgm:pt>
    <dgm:pt modelId="{99DA8CB2-9D97-2042-BB40-958BB32F30E0}" type="pres">
      <dgm:prSet presAssocID="{38B57B21-0775-4C1B-8C64-E1BC4279203C}" presName="vert0" presStyleCnt="0">
        <dgm:presLayoutVars>
          <dgm:dir/>
          <dgm:animOne val="branch"/>
          <dgm:animLvl val="lvl"/>
        </dgm:presLayoutVars>
      </dgm:prSet>
      <dgm:spPr/>
    </dgm:pt>
    <dgm:pt modelId="{DE027652-1A41-C848-ACFE-44833E41F47E}" type="pres">
      <dgm:prSet presAssocID="{FA765C3B-34D5-4D27-88E9-0BFC6E690033}" presName="thickLine" presStyleLbl="alignNode1" presStyleIdx="0" presStyleCnt="12"/>
      <dgm:spPr/>
    </dgm:pt>
    <dgm:pt modelId="{8E0CADC4-84F6-E744-B4AC-40680A131193}" type="pres">
      <dgm:prSet presAssocID="{FA765C3B-34D5-4D27-88E9-0BFC6E690033}" presName="horz1" presStyleCnt="0"/>
      <dgm:spPr/>
    </dgm:pt>
    <dgm:pt modelId="{126378D2-D3F3-C347-A2B0-21F51108CA6C}" type="pres">
      <dgm:prSet presAssocID="{FA765C3B-34D5-4D27-88E9-0BFC6E690033}" presName="tx1" presStyleLbl="revTx" presStyleIdx="0" presStyleCnt="12"/>
      <dgm:spPr/>
    </dgm:pt>
    <dgm:pt modelId="{1152542D-E210-0348-821D-087F8759465B}" type="pres">
      <dgm:prSet presAssocID="{FA765C3B-34D5-4D27-88E9-0BFC6E690033}" presName="vert1" presStyleCnt="0"/>
      <dgm:spPr/>
    </dgm:pt>
    <dgm:pt modelId="{04461C5C-F943-5442-850B-697E46CD5D53}" type="pres">
      <dgm:prSet presAssocID="{D274A28D-B358-459A-84BE-4E68B51828D6}" presName="thickLine" presStyleLbl="alignNode1" presStyleIdx="1" presStyleCnt="12"/>
      <dgm:spPr/>
    </dgm:pt>
    <dgm:pt modelId="{7F5BD65C-B7EA-8D48-831F-7818A7FBA341}" type="pres">
      <dgm:prSet presAssocID="{D274A28D-B358-459A-84BE-4E68B51828D6}" presName="horz1" presStyleCnt="0"/>
      <dgm:spPr/>
    </dgm:pt>
    <dgm:pt modelId="{36E72B6E-A71E-DE4A-AD65-2E3808DEAAF0}" type="pres">
      <dgm:prSet presAssocID="{D274A28D-B358-459A-84BE-4E68B51828D6}" presName="tx1" presStyleLbl="revTx" presStyleIdx="1" presStyleCnt="12"/>
      <dgm:spPr/>
    </dgm:pt>
    <dgm:pt modelId="{CE8DD098-2ACE-3242-AA49-548521816129}" type="pres">
      <dgm:prSet presAssocID="{D274A28D-B358-459A-84BE-4E68B51828D6}" presName="vert1" presStyleCnt="0"/>
      <dgm:spPr/>
    </dgm:pt>
    <dgm:pt modelId="{BB41A9FF-C363-F44F-BE57-E9C9E1E08289}" type="pres">
      <dgm:prSet presAssocID="{4592FB90-7E19-479D-B328-19F546D5CE31}" presName="thickLine" presStyleLbl="alignNode1" presStyleIdx="2" presStyleCnt="12"/>
      <dgm:spPr/>
    </dgm:pt>
    <dgm:pt modelId="{B7E640E3-2B6E-864E-AC1B-26963AD91E1A}" type="pres">
      <dgm:prSet presAssocID="{4592FB90-7E19-479D-B328-19F546D5CE31}" presName="horz1" presStyleCnt="0"/>
      <dgm:spPr/>
    </dgm:pt>
    <dgm:pt modelId="{6EF9B28A-2559-BC47-8A5B-A41520121C46}" type="pres">
      <dgm:prSet presAssocID="{4592FB90-7E19-479D-B328-19F546D5CE31}" presName="tx1" presStyleLbl="revTx" presStyleIdx="2" presStyleCnt="12"/>
      <dgm:spPr/>
    </dgm:pt>
    <dgm:pt modelId="{2020E9A0-24E0-1C41-898B-0C4F044CDB59}" type="pres">
      <dgm:prSet presAssocID="{4592FB90-7E19-479D-B328-19F546D5CE31}" presName="vert1" presStyleCnt="0"/>
      <dgm:spPr/>
    </dgm:pt>
    <dgm:pt modelId="{CEAFAC4B-21ED-4E40-A488-2164C201C13A}" type="pres">
      <dgm:prSet presAssocID="{26B6E9B4-DD1D-4625-BD6E-6B1C97277699}" presName="thickLine" presStyleLbl="alignNode1" presStyleIdx="3" presStyleCnt="12"/>
      <dgm:spPr/>
    </dgm:pt>
    <dgm:pt modelId="{D8219836-8D32-3649-8CF5-AF77647B4CB8}" type="pres">
      <dgm:prSet presAssocID="{26B6E9B4-DD1D-4625-BD6E-6B1C97277699}" presName="horz1" presStyleCnt="0"/>
      <dgm:spPr/>
    </dgm:pt>
    <dgm:pt modelId="{47FD84A6-C3CF-F34E-BAC9-E4C35689730A}" type="pres">
      <dgm:prSet presAssocID="{26B6E9B4-DD1D-4625-BD6E-6B1C97277699}" presName="tx1" presStyleLbl="revTx" presStyleIdx="3" presStyleCnt="12"/>
      <dgm:spPr/>
    </dgm:pt>
    <dgm:pt modelId="{F0306E7E-BDAC-5341-A849-0333923BCD33}" type="pres">
      <dgm:prSet presAssocID="{26B6E9B4-DD1D-4625-BD6E-6B1C97277699}" presName="vert1" presStyleCnt="0"/>
      <dgm:spPr/>
    </dgm:pt>
    <dgm:pt modelId="{7BA9623B-F078-094D-8CCE-BCF196EDE71C}" type="pres">
      <dgm:prSet presAssocID="{AAC13381-21E1-4F74-8B55-CDF97671AF6E}" presName="thickLine" presStyleLbl="alignNode1" presStyleIdx="4" presStyleCnt="12"/>
      <dgm:spPr/>
    </dgm:pt>
    <dgm:pt modelId="{06195FE6-F4FF-FA40-B7E0-C771972A78A1}" type="pres">
      <dgm:prSet presAssocID="{AAC13381-21E1-4F74-8B55-CDF97671AF6E}" presName="horz1" presStyleCnt="0"/>
      <dgm:spPr/>
    </dgm:pt>
    <dgm:pt modelId="{AC5C0626-5D1C-4A4F-A4D7-8EB89B4C611D}" type="pres">
      <dgm:prSet presAssocID="{AAC13381-21E1-4F74-8B55-CDF97671AF6E}" presName="tx1" presStyleLbl="revTx" presStyleIdx="4" presStyleCnt="12"/>
      <dgm:spPr/>
    </dgm:pt>
    <dgm:pt modelId="{26B6BDA6-955E-794A-B2E1-FF64D430DFE4}" type="pres">
      <dgm:prSet presAssocID="{AAC13381-21E1-4F74-8B55-CDF97671AF6E}" presName="vert1" presStyleCnt="0"/>
      <dgm:spPr/>
    </dgm:pt>
    <dgm:pt modelId="{98871A6D-6D06-814E-B854-3C7D0CBB3A57}" type="pres">
      <dgm:prSet presAssocID="{0759DFA3-7824-47E6-8BC9-4F65344F7BE5}" presName="thickLine" presStyleLbl="alignNode1" presStyleIdx="5" presStyleCnt="12"/>
      <dgm:spPr/>
    </dgm:pt>
    <dgm:pt modelId="{98E569CA-8AB6-0145-B79D-F07EB106B34D}" type="pres">
      <dgm:prSet presAssocID="{0759DFA3-7824-47E6-8BC9-4F65344F7BE5}" presName="horz1" presStyleCnt="0"/>
      <dgm:spPr/>
    </dgm:pt>
    <dgm:pt modelId="{219AB87D-B440-A44A-B5AF-29C51FB6DFA8}" type="pres">
      <dgm:prSet presAssocID="{0759DFA3-7824-47E6-8BC9-4F65344F7BE5}" presName="tx1" presStyleLbl="revTx" presStyleIdx="5" presStyleCnt="12"/>
      <dgm:spPr/>
    </dgm:pt>
    <dgm:pt modelId="{DD800C7B-4A12-C14F-B933-395184DB1527}" type="pres">
      <dgm:prSet presAssocID="{0759DFA3-7824-47E6-8BC9-4F65344F7BE5}" presName="vert1" presStyleCnt="0"/>
      <dgm:spPr/>
    </dgm:pt>
    <dgm:pt modelId="{A31D713C-52EF-BE4D-8157-7A616540BEDC}" type="pres">
      <dgm:prSet presAssocID="{334A5528-06CE-4E9D-8700-C33DBBCA530E}" presName="thickLine" presStyleLbl="alignNode1" presStyleIdx="6" presStyleCnt="12"/>
      <dgm:spPr/>
    </dgm:pt>
    <dgm:pt modelId="{DBD7789B-47E2-4842-BE60-47D41D028C28}" type="pres">
      <dgm:prSet presAssocID="{334A5528-06CE-4E9D-8700-C33DBBCA530E}" presName="horz1" presStyleCnt="0"/>
      <dgm:spPr/>
    </dgm:pt>
    <dgm:pt modelId="{EC32CC1A-B65D-DD46-8ECE-7DC2BCFE3995}" type="pres">
      <dgm:prSet presAssocID="{334A5528-06CE-4E9D-8700-C33DBBCA530E}" presName="tx1" presStyleLbl="revTx" presStyleIdx="6" presStyleCnt="12"/>
      <dgm:spPr/>
    </dgm:pt>
    <dgm:pt modelId="{662E3C35-843B-F549-AC32-8A8D5FEAA6F3}" type="pres">
      <dgm:prSet presAssocID="{334A5528-06CE-4E9D-8700-C33DBBCA530E}" presName="vert1" presStyleCnt="0"/>
      <dgm:spPr/>
    </dgm:pt>
    <dgm:pt modelId="{01A44E8C-FD63-9842-8EF0-34626742BAE2}" type="pres">
      <dgm:prSet presAssocID="{07752A1E-8B7C-4EE5-8EC2-20F278F7A9DE}" presName="thickLine" presStyleLbl="alignNode1" presStyleIdx="7" presStyleCnt="12"/>
      <dgm:spPr/>
    </dgm:pt>
    <dgm:pt modelId="{E8DF725D-7AA8-0C4F-B2E6-59C00C68F13E}" type="pres">
      <dgm:prSet presAssocID="{07752A1E-8B7C-4EE5-8EC2-20F278F7A9DE}" presName="horz1" presStyleCnt="0"/>
      <dgm:spPr/>
    </dgm:pt>
    <dgm:pt modelId="{171DC1CE-6DCC-D049-9F48-9651069B0DC9}" type="pres">
      <dgm:prSet presAssocID="{07752A1E-8B7C-4EE5-8EC2-20F278F7A9DE}" presName="tx1" presStyleLbl="revTx" presStyleIdx="7" presStyleCnt="12"/>
      <dgm:spPr/>
    </dgm:pt>
    <dgm:pt modelId="{10CA68CD-912E-5541-BBA0-C3D85B4993EF}" type="pres">
      <dgm:prSet presAssocID="{07752A1E-8B7C-4EE5-8EC2-20F278F7A9DE}" presName="vert1" presStyleCnt="0"/>
      <dgm:spPr/>
    </dgm:pt>
    <dgm:pt modelId="{414CC61D-360C-C44B-BB27-A09DDF4FC050}" type="pres">
      <dgm:prSet presAssocID="{B71593C2-BB3E-44ED-A231-64C7AB635E38}" presName="thickLine" presStyleLbl="alignNode1" presStyleIdx="8" presStyleCnt="12"/>
      <dgm:spPr/>
    </dgm:pt>
    <dgm:pt modelId="{51070E22-BA67-8643-ACD0-66B79F32CDF0}" type="pres">
      <dgm:prSet presAssocID="{B71593C2-BB3E-44ED-A231-64C7AB635E38}" presName="horz1" presStyleCnt="0"/>
      <dgm:spPr/>
    </dgm:pt>
    <dgm:pt modelId="{EF528782-7B9A-7243-977D-136AC04E0C8B}" type="pres">
      <dgm:prSet presAssocID="{B71593C2-BB3E-44ED-A231-64C7AB635E38}" presName="tx1" presStyleLbl="revTx" presStyleIdx="8" presStyleCnt="12"/>
      <dgm:spPr/>
    </dgm:pt>
    <dgm:pt modelId="{D0E1E1D9-EFD5-284B-8F47-EDBF92DD1707}" type="pres">
      <dgm:prSet presAssocID="{B71593C2-BB3E-44ED-A231-64C7AB635E38}" presName="vert1" presStyleCnt="0"/>
      <dgm:spPr/>
    </dgm:pt>
    <dgm:pt modelId="{34AFDE57-89F1-2144-B4B1-88A5973733A5}" type="pres">
      <dgm:prSet presAssocID="{9FE853E7-F974-4E8B-98AC-A1F51AB79DFD}" presName="thickLine" presStyleLbl="alignNode1" presStyleIdx="9" presStyleCnt="12"/>
      <dgm:spPr/>
    </dgm:pt>
    <dgm:pt modelId="{112208F4-99A5-AC4B-94B7-895705F84029}" type="pres">
      <dgm:prSet presAssocID="{9FE853E7-F974-4E8B-98AC-A1F51AB79DFD}" presName="horz1" presStyleCnt="0"/>
      <dgm:spPr/>
    </dgm:pt>
    <dgm:pt modelId="{40F3E7F3-6883-3F4D-AA75-9626C1BA05EA}" type="pres">
      <dgm:prSet presAssocID="{9FE853E7-F974-4E8B-98AC-A1F51AB79DFD}" presName="tx1" presStyleLbl="revTx" presStyleIdx="9" presStyleCnt="12"/>
      <dgm:spPr/>
    </dgm:pt>
    <dgm:pt modelId="{24EDAC4F-B7F7-134E-BAEA-95D6999C0BA4}" type="pres">
      <dgm:prSet presAssocID="{9FE853E7-F974-4E8B-98AC-A1F51AB79DFD}" presName="vert1" presStyleCnt="0"/>
      <dgm:spPr/>
    </dgm:pt>
    <dgm:pt modelId="{F030C55C-981F-D842-90C2-271E4B433641}" type="pres">
      <dgm:prSet presAssocID="{F199D5CF-2154-4E56-921F-A649CF3F302A}" presName="thickLine" presStyleLbl="alignNode1" presStyleIdx="10" presStyleCnt="12"/>
      <dgm:spPr/>
    </dgm:pt>
    <dgm:pt modelId="{BE97CF1D-73C7-A846-BFE4-E522E74E3027}" type="pres">
      <dgm:prSet presAssocID="{F199D5CF-2154-4E56-921F-A649CF3F302A}" presName="horz1" presStyleCnt="0"/>
      <dgm:spPr/>
    </dgm:pt>
    <dgm:pt modelId="{8E85A03A-8F24-E643-B936-0CDBB981BF69}" type="pres">
      <dgm:prSet presAssocID="{F199D5CF-2154-4E56-921F-A649CF3F302A}" presName="tx1" presStyleLbl="revTx" presStyleIdx="10" presStyleCnt="12"/>
      <dgm:spPr/>
    </dgm:pt>
    <dgm:pt modelId="{4AA2FC49-C875-9540-9119-4039CA9F2405}" type="pres">
      <dgm:prSet presAssocID="{F199D5CF-2154-4E56-921F-A649CF3F302A}" presName="vert1" presStyleCnt="0"/>
      <dgm:spPr/>
    </dgm:pt>
    <dgm:pt modelId="{A7E32916-0954-9541-9294-142F88622028}" type="pres">
      <dgm:prSet presAssocID="{890C25FB-DAF2-4139-9135-41F492A37701}" presName="thickLine" presStyleLbl="alignNode1" presStyleIdx="11" presStyleCnt="12"/>
      <dgm:spPr/>
    </dgm:pt>
    <dgm:pt modelId="{32FB2F01-5075-284D-B9C1-22960CD6D89B}" type="pres">
      <dgm:prSet presAssocID="{890C25FB-DAF2-4139-9135-41F492A37701}" presName="horz1" presStyleCnt="0"/>
      <dgm:spPr/>
    </dgm:pt>
    <dgm:pt modelId="{D8CD17E7-B828-2F45-944F-74A70AC6780F}" type="pres">
      <dgm:prSet presAssocID="{890C25FB-DAF2-4139-9135-41F492A37701}" presName="tx1" presStyleLbl="revTx" presStyleIdx="11" presStyleCnt="12"/>
      <dgm:spPr/>
    </dgm:pt>
    <dgm:pt modelId="{7E034849-6CB4-C140-A1A5-D42707B601F3}" type="pres">
      <dgm:prSet presAssocID="{890C25FB-DAF2-4139-9135-41F492A37701}" presName="vert1" presStyleCnt="0"/>
      <dgm:spPr/>
    </dgm:pt>
  </dgm:ptLst>
  <dgm:cxnLst>
    <dgm:cxn modelId="{F266081A-9A54-4CC3-834E-F746566F4CAE}" srcId="{38B57B21-0775-4C1B-8C64-E1BC4279203C}" destId="{0759DFA3-7824-47E6-8BC9-4F65344F7BE5}" srcOrd="5" destOrd="0" parTransId="{FAFC0553-0885-4BAD-B20B-414AF3CE7C17}" sibTransId="{DBF05FE0-DA8A-4BB9-A1EA-1EB3EC88641B}"/>
    <dgm:cxn modelId="{AB443523-D680-8348-9D2F-EA0563CB31D2}" type="presOf" srcId="{FA765C3B-34D5-4D27-88E9-0BFC6E690033}" destId="{126378D2-D3F3-C347-A2B0-21F51108CA6C}" srcOrd="0" destOrd="0" presId="urn:microsoft.com/office/officeart/2008/layout/LinedList"/>
    <dgm:cxn modelId="{70F27525-269C-F747-81F6-748AC6B91A7A}" type="presOf" srcId="{F199D5CF-2154-4E56-921F-A649CF3F302A}" destId="{8E85A03A-8F24-E643-B936-0CDBB981BF69}" srcOrd="0" destOrd="0" presId="urn:microsoft.com/office/officeart/2008/layout/LinedList"/>
    <dgm:cxn modelId="{55E1204B-239B-FB4B-A998-72362DAA2E8D}" type="presOf" srcId="{4592FB90-7E19-479D-B328-19F546D5CE31}" destId="{6EF9B28A-2559-BC47-8A5B-A41520121C46}" srcOrd="0" destOrd="0" presId="urn:microsoft.com/office/officeart/2008/layout/LinedList"/>
    <dgm:cxn modelId="{B8DE1555-37C1-4D8A-A93C-F75CFF3798AA}" srcId="{38B57B21-0775-4C1B-8C64-E1BC4279203C}" destId="{F199D5CF-2154-4E56-921F-A649CF3F302A}" srcOrd="10" destOrd="0" parTransId="{0DB4E771-4366-4F61-8120-A54AD0AF72E0}" sibTransId="{51EBA9F4-3971-4321-A357-589AE426B81C}"/>
    <dgm:cxn modelId="{6C49015C-4F7A-AA43-880E-665E8CAA4F4A}" type="presOf" srcId="{9FE853E7-F974-4E8B-98AC-A1F51AB79DFD}" destId="{40F3E7F3-6883-3F4D-AA75-9626C1BA05EA}" srcOrd="0" destOrd="0" presId="urn:microsoft.com/office/officeart/2008/layout/LinedList"/>
    <dgm:cxn modelId="{41537167-A292-4E40-A4DD-229EACFB44C2}" srcId="{38B57B21-0775-4C1B-8C64-E1BC4279203C}" destId="{9FE853E7-F974-4E8B-98AC-A1F51AB79DFD}" srcOrd="9" destOrd="0" parTransId="{8FF4F690-CDFE-4C5F-9AAC-0C0E51A10223}" sibTransId="{7DC99A30-B561-4C82-9D7B-7EA9069336E3}"/>
    <dgm:cxn modelId="{15DA2372-B060-47C5-8B7C-925D7C068A19}" srcId="{38B57B21-0775-4C1B-8C64-E1BC4279203C}" destId="{890C25FB-DAF2-4139-9135-41F492A37701}" srcOrd="11" destOrd="0" parTransId="{F1C8482E-27A5-44E0-B3BD-48752DCB032B}" sibTransId="{F7D756FC-5D83-4A17-BD5A-91BFAB2E8BA6}"/>
    <dgm:cxn modelId="{CC359580-9F5E-C346-A354-FFC2C2A41478}" type="presOf" srcId="{07752A1E-8B7C-4EE5-8EC2-20F278F7A9DE}" destId="{171DC1CE-6DCC-D049-9F48-9651069B0DC9}" srcOrd="0" destOrd="0" presId="urn:microsoft.com/office/officeart/2008/layout/LinedList"/>
    <dgm:cxn modelId="{E8AE368B-F5E4-B84A-9D2E-C15B558AB4BA}" type="presOf" srcId="{B71593C2-BB3E-44ED-A231-64C7AB635E38}" destId="{EF528782-7B9A-7243-977D-136AC04E0C8B}" srcOrd="0" destOrd="0" presId="urn:microsoft.com/office/officeart/2008/layout/LinedList"/>
    <dgm:cxn modelId="{CF699093-DAB0-4213-9D11-0823E75631AC}" srcId="{38B57B21-0775-4C1B-8C64-E1BC4279203C}" destId="{FA765C3B-34D5-4D27-88E9-0BFC6E690033}" srcOrd="0" destOrd="0" parTransId="{EADE7FFB-3FE2-4404-94A8-06BAF8DDA210}" sibTransId="{E3E5748B-BC7B-4A18-9CF8-BBEB5EA78DD0}"/>
    <dgm:cxn modelId="{B1D6F69B-9F1E-0446-8DE3-A087AC743FB9}" type="presOf" srcId="{26B6E9B4-DD1D-4625-BD6E-6B1C97277699}" destId="{47FD84A6-C3CF-F34E-BAC9-E4C35689730A}" srcOrd="0" destOrd="0" presId="urn:microsoft.com/office/officeart/2008/layout/LinedList"/>
    <dgm:cxn modelId="{4C280BA3-F41F-4DF8-B3D5-14699442D70E}" srcId="{38B57B21-0775-4C1B-8C64-E1BC4279203C}" destId="{334A5528-06CE-4E9D-8700-C33DBBCA530E}" srcOrd="6" destOrd="0" parTransId="{7659389F-80F6-402F-9970-663C993E5AFA}" sibTransId="{251E901F-A909-4450-853E-FC0CEFEBB40B}"/>
    <dgm:cxn modelId="{83C305AE-50A9-444E-B8C5-7DB326F9DBC5}" type="presOf" srcId="{D274A28D-B358-459A-84BE-4E68B51828D6}" destId="{36E72B6E-A71E-DE4A-AD65-2E3808DEAAF0}" srcOrd="0" destOrd="0" presId="urn:microsoft.com/office/officeart/2008/layout/LinedList"/>
    <dgm:cxn modelId="{42D1D2B1-55C4-594B-9B44-FF82597435EA}" type="presOf" srcId="{890C25FB-DAF2-4139-9135-41F492A37701}" destId="{D8CD17E7-B828-2F45-944F-74A70AC6780F}" srcOrd="0" destOrd="0" presId="urn:microsoft.com/office/officeart/2008/layout/LinedList"/>
    <dgm:cxn modelId="{6C7C02B7-8015-AB4A-B140-7636B42AA8DB}" type="presOf" srcId="{AAC13381-21E1-4F74-8B55-CDF97671AF6E}" destId="{AC5C0626-5D1C-4A4F-A4D7-8EB89B4C611D}" srcOrd="0" destOrd="0" presId="urn:microsoft.com/office/officeart/2008/layout/LinedList"/>
    <dgm:cxn modelId="{0BC864B8-BA8A-4F1B-898A-07F65BBCC2CE}" srcId="{38B57B21-0775-4C1B-8C64-E1BC4279203C}" destId="{26B6E9B4-DD1D-4625-BD6E-6B1C97277699}" srcOrd="3" destOrd="0" parTransId="{DE438A1E-DF75-4312-84AE-FE73C02E3D93}" sibTransId="{2FD51283-B9C6-4FA4-B075-81B3CC60C1F6}"/>
    <dgm:cxn modelId="{F38AADBC-4EAD-7542-B440-57B32F4345C4}" type="presOf" srcId="{0759DFA3-7824-47E6-8BC9-4F65344F7BE5}" destId="{219AB87D-B440-A44A-B5AF-29C51FB6DFA8}" srcOrd="0" destOrd="0" presId="urn:microsoft.com/office/officeart/2008/layout/LinedList"/>
    <dgm:cxn modelId="{B8D9B1C8-50C6-43F3-936C-32315B93D0FC}" srcId="{38B57B21-0775-4C1B-8C64-E1BC4279203C}" destId="{D274A28D-B358-459A-84BE-4E68B51828D6}" srcOrd="1" destOrd="0" parTransId="{F71332A7-4B63-41AF-95F0-5E32B553EBFA}" sibTransId="{79B167E9-6DA4-4B9A-973F-27F905649503}"/>
    <dgm:cxn modelId="{E7E30AC9-4F65-4BF2-A359-0024A50B5A28}" srcId="{38B57B21-0775-4C1B-8C64-E1BC4279203C}" destId="{07752A1E-8B7C-4EE5-8EC2-20F278F7A9DE}" srcOrd="7" destOrd="0" parTransId="{A812C9A4-9A8F-4A1A-9E37-CF291FF135F9}" sibTransId="{13EE9E40-462D-4C96-B8AE-D42B83A586F0}"/>
    <dgm:cxn modelId="{7AF90ED5-424E-4037-AFCA-A542235D89A7}" srcId="{38B57B21-0775-4C1B-8C64-E1BC4279203C}" destId="{AAC13381-21E1-4F74-8B55-CDF97671AF6E}" srcOrd="4" destOrd="0" parTransId="{1826772B-21C9-4273-9298-8CA837F63E45}" sibTransId="{F3441E02-3C8C-47AD-8312-70BAD60653DD}"/>
    <dgm:cxn modelId="{342590E6-8490-4840-BB98-D6FE4D238DD3}" srcId="{38B57B21-0775-4C1B-8C64-E1BC4279203C}" destId="{4592FB90-7E19-479D-B328-19F546D5CE31}" srcOrd="2" destOrd="0" parTransId="{737C5054-6126-4D14-90E2-E5E36C2F542E}" sibTransId="{C58BC723-B223-4F51-8C15-F0F9B7D58E7A}"/>
    <dgm:cxn modelId="{D2329DEC-90EF-4058-9E44-C01A56DE2192}" srcId="{38B57B21-0775-4C1B-8C64-E1BC4279203C}" destId="{B71593C2-BB3E-44ED-A231-64C7AB635E38}" srcOrd="8" destOrd="0" parTransId="{69C66442-2334-46F5-AB15-2D3B150DC693}" sibTransId="{8C460DA1-B32D-49A8-A342-BCF35CE01C05}"/>
    <dgm:cxn modelId="{0E4250F5-0DB4-8B4B-ADBF-C2D4A40CC8BE}" type="presOf" srcId="{334A5528-06CE-4E9D-8700-C33DBBCA530E}" destId="{EC32CC1A-B65D-DD46-8ECE-7DC2BCFE3995}" srcOrd="0" destOrd="0" presId="urn:microsoft.com/office/officeart/2008/layout/LinedList"/>
    <dgm:cxn modelId="{0F838AF6-DEB0-5949-84A0-D92A071F3D03}" type="presOf" srcId="{38B57B21-0775-4C1B-8C64-E1BC4279203C}" destId="{99DA8CB2-9D97-2042-BB40-958BB32F30E0}" srcOrd="0" destOrd="0" presId="urn:microsoft.com/office/officeart/2008/layout/LinedList"/>
    <dgm:cxn modelId="{D9A4E2E0-CAFB-9040-950A-891653C7A331}" type="presParOf" srcId="{99DA8CB2-9D97-2042-BB40-958BB32F30E0}" destId="{DE027652-1A41-C848-ACFE-44833E41F47E}" srcOrd="0" destOrd="0" presId="urn:microsoft.com/office/officeart/2008/layout/LinedList"/>
    <dgm:cxn modelId="{9B2D4992-6ABA-3540-809E-2954D7ED8D6B}" type="presParOf" srcId="{99DA8CB2-9D97-2042-BB40-958BB32F30E0}" destId="{8E0CADC4-84F6-E744-B4AC-40680A131193}" srcOrd="1" destOrd="0" presId="urn:microsoft.com/office/officeart/2008/layout/LinedList"/>
    <dgm:cxn modelId="{92AA4707-0153-FE43-971E-C7981E8221BE}" type="presParOf" srcId="{8E0CADC4-84F6-E744-B4AC-40680A131193}" destId="{126378D2-D3F3-C347-A2B0-21F51108CA6C}" srcOrd="0" destOrd="0" presId="urn:microsoft.com/office/officeart/2008/layout/LinedList"/>
    <dgm:cxn modelId="{58FD3B7C-0B64-1C49-AFCF-E910B0AD924C}" type="presParOf" srcId="{8E0CADC4-84F6-E744-B4AC-40680A131193}" destId="{1152542D-E210-0348-821D-087F8759465B}" srcOrd="1" destOrd="0" presId="urn:microsoft.com/office/officeart/2008/layout/LinedList"/>
    <dgm:cxn modelId="{47D80B0D-13BA-DF42-86B8-C2EDA8D67404}" type="presParOf" srcId="{99DA8CB2-9D97-2042-BB40-958BB32F30E0}" destId="{04461C5C-F943-5442-850B-697E46CD5D53}" srcOrd="2" destOrd="0" presId="urn:microsoft.com/office/officeart/2008/layout/LinedList"/>
    <dgm:cxn modelId="{5686F997-EB5A-FA47-8914-9EE913937460}" type="presParOf" srcId="{99DA8CB2-9D97-2042-BB40-958BB32F30E0}" destId="{7F5BD65C-B7EA-8D48-831F-7818A7FBA341}" srcOrd="3" destOrd="0" presId="urn:microsoft.com/office/officeart/2008/layout/LinedList"/>
    <dgm:cxn modelId="{9758775E-21C0-4D44-927E-B0762238CDE5}" type="presParOf" srcId="{7F5BD65C-B7EA-8D48-831F-7818A7FBA341}" destId="{36E72B6E-A71E-DE4A-AD65-2E3808DEAAF0}" srcOrd="0" destOrd="0" presId="urn:microsoft.com/office/officeart/2008/layout/LinedList"/>
    <dgm:cxn modelId="{D84C8FE6-A002-3A43-A084-591C4580AB96}" type="presParOf" srcId="{7F5BD65C-B7EA-8D48-831F-7818A7FBA341}" destId="{CE8DD098-2ACE-3242-AA49-548521816129}" srcOrd="1" destOrd="0" presId="urn:microsoft.com/office/officeart/2008/layout/LinedList"/>
    <dgm:cxn modelId="{DBF4985C-59AC-9B40-9839-4670148E6733}" type="presParOf" srcId="{99DA8CB2-9D97-2042-BB40-958BB32F30E0}" destId="{BB41A9FF-C363-F44F-BE57-E9C9E1E08289}" srcOrd="4" destOrd="0" presId="urn:microsoft.com/office/officeart/2008/layout/LinedList"/>
    <dgm:cxn modelId="{302F43D6-FB53-6E4B-B1C9-D6F5DE66E591}" type="presParOf" srcId="{99DA8CB2-9D97-2042-BB40-958BB32F30E0}" destId="{B7E640E3-2B6E-864E-AC1B-26963AD91E1A}" srcOrd="5" destOrd="0" presId="urn:microsoft.com/office/officeart/2008/layout/LinedList"/>
    <dgm:cxn modelId="{5F271ADB-E60E-6D41-BAD5-250567948B09}" type="presParOf" srcId="{B7E640E3-2B6E-864E-AC1B-26963AD91E1A}" destId="{6EF9B28A-2559-BC47-8A5B-A41520121C46}" srcOrd="0" destOrd="0" presId="urn:microsoft.com/office/officeart/2008/layout/LinedList"/>
    <dgm:cxn modelId="{96E2CE1A-2385-0C4E-BE1A-5E780609E093}" type="presParOf" srcId="{B7E640E3-2B6E-864E-AC1B-26963AD91E1A}" destId="{2020E9A0-24E0-1C41-898B-0C4F044CDB59}" srcOrd="1" destOrd="0" presId="urn:microsoft.com/office/officeart/2008/layout/LinedList"/>
    <dgm:cxn modelId="{AB5B1DD3-2E0B-7443-AA8A-B3F462CB9753}" type="presParOf" srcId="{99DA8CB2-9D97-2042-BB40-958BB32F30E0}" destId="{CEAFAC4B-21ED-4E40-A488-2164C201C13A}" srcOrd="6" destOrd="0" presId="urn:microsoft.com/office/officeart/2008/layout/LinedList"/>
    <dgm:cxn modelId="{3F70A3BF-C3E3-B14B-8EA9-1C9C57B73258}" type="presParOf" srcId="{99DA8CB2-9D97-2042-BB40-958BB32F30E0}" destId="{D8219836-8D32-3649-8CF5-AF77647B4CB8}" srcOrd="7" destOrd="0" presId="urn:microsoft.com/office/officeart/2008/layout/LinedList"/>
    <dgm:cxn modelId="{6BA8AEE4-CF3C-414D-9B42-23F60E359D6C}" type="presParOf" srcId="{D8219836-8D32-3649-8CF5-AF77647B4CB8}" destId="{47FD84A6-C3CF-F34E-BAC9-E4C35689730A}" srcOrd="0" destOrd="0" presId="urn:microsoft.com/office/officeart/2008/layout/LinedList"/>
    <dgm:cxn modelId="{EB269285-8D5C-FB4F-978C-A3DCD1CF8C7E}" type="presParOf" srcId="{D8219836-8D32-3649-8CF5-AF77647B4CB8}" destId="{F0306E7E-BDAC-5341-A849-0333923BCD33}" srcOrd="1" destOrd="0" presId="urn:microsoft.com/office/officeart/2008/layout/LinedList"/>
    <dgm:cxn modelId="{C6A7D33E-63A5-F544-995B-F182D090667F}" type="presParOf" srcId="{99DA8CB2-9D97-2042-BB40-958BB32F30E0}" destId="{7BA9623B-F078-094D-8CCE-BCF196EDE71C}" srcOrd="8" destOrd="0" presId="urn:microsoft.com/office/officeart/2008/layout/LinedList"/>
    <dgm:cxn modelId="{58312AAC-1760-244E-B01F-868272BC9D71}" type="presParOf" srcId="{99DA8CB2-9D97-2042-BB40-958BB32F30E0}" destId="{06195FE6-F4FF-FA40-B7E0-C771972A78A1}" srcOrd="9" destOrd="0" presId="urn:microsoft.com/office/officeart/2008/layout/LinedList"/>
    <dgm:cxn modelId="{4C84A580-708E-9C46-A16E-1B655FD24D42}" type="presParOf" srcId="{06195FE6-F4FF-FA40-B7E0-C771972A78A1}" destId="{AC5C0626-5D1C-4A4F-A4D7-8EB89B4C611D}" srcOrd="0" destOrd="0" presId="urn:microsoft.com/office/officeart/2008/layout/LinedList"/>
    <dgm:cxn modelId="{253E8A3B-F9D5-9444-8EBB-5CF831C0232B}" type="presParOf" srcId="{06195FE6-F4FF-FA40-B7E0-C771972A78A1}" destId="{26B6BDA6-955E-794A-B2E1-FF64D430DFE4}" srcOrd="1" destOrd="0" presId="urn:microsoft.com/office/officeart/2008/layout/LinedList"/>
    <dgm:cxn modelId="{B29D879E-F4C9-8146-9435-B6F748063CD5}" type="presParOf" srcId="{99DA8CB2-9D97-2042-BB40-958BB32F30E0}" destId="{98871A6D-6D06-814E-B854-3C7D0CBB3A57}" srcOrd="10" destOrd="0" presId="urn:microsoft.com/office/officeart/2008/layout/LinedList"/>
    <dgm:cxn modelId="{8544262E-DC34-5746-A780-2F4766AFC35B}" type="presParOf" srcId="{99DA8CB2-9D97-2042-BB40-958BB32F30E0}" destId="{98E569CA-8AB6-0145-B79D-F07EB106B34D}" srcOrd="11" destOrd="0" presId="urn:microsoft.com/office/officeart/2008/layout/LinedList"/>
    <dgm:cxn modelId="{4D2C089C-E7D5-4345-8956-40CB23D7DCF4}" type="presParOf" srcId="{98E569CA-8AB6-0145-B79D-F07EB106B34D}" destId="{219AB87D-B440-A44A-B5AF-29C51FB6DFA8}" srcOrd="0" destOrd="0" presId="urn:microsoft.com/office/officeart/2008/layout/LinedList"/>
    <dgm:cxn modelId="{C5AD6E0D-BF56-8C49-861B-5003869B1A4C}" type="presParOf" srcId="{98E569CA-8AB6-0145-B79D-F07EB106B34D}" destId="{DD800C7B-4A12-C14F-B933-395184DB1527}" srcOrd="1" destOrd="0" presId="urn:microsoft.com/office/officeart/2008/layout/LinedList"/>
    <dgm:cxn modelId="{295A7DF1-C207-8446-92ED-43FB70E13C29}" type="presParOf" srcId="{99DA8CB2-9D97-2042-BB40-958BB32F30E0}" destId="{A31D713C-52EF-BE4D-8157-7A616540BEDC}" srcOrd="12" destOrd="0" presId="urn:microsoft.com/office/officeart/2008/layout/LinedList"/>
    <dgm:cxn modelId="{3144A69F-E8EF-D841-AA25-FCEBF6C418D0}" type="presParOf" srcId="{99DA8CB2-9D97-2042-BB40-958BB32F30E0}" destId="{DBD7789B-47E2-4842-BE60-47D41D028C28}" srcOrd="13" destOrd="0" presId="urn:microsoft.com/office/officeart/2008/layout/LinedList"/>
    <dgm:cxn modelId="{1842BA9B-ECB9-264A-B63A-D247F03E53B9}" type="presParOf" srcId="{DBD7789B-47E2-4842-BE60-47D41D028C28}" destId="{EC32CC1A-B65D-DD46-8ECE-7DC2BCFE3995}" srcOrd="0" destOrd="0" presId="urn:microsoft.com/office/officeart/2008/layout/LinedList"/>
    <dgm:cxn modelId="{931DF35D-DE96-D14E-95F4-7D7BE6891C00}" type="presParOf" srcId="{DBD7789B-47E2-4842-BE60-47D41D028C28}" destId="{662E3C35-843B-F549-AC32-8A8D5FEAA6F3}" srcOrd="1" destOrd="0" presId="urn:microsoft.com/office/officeart/2008/layout/LinedList"/>
    <dgm:cxn modelId="{FCFCD8CA-7B3E-C44E-ADA6-098A346AE46E}" type="presParOf" srcId="{99DA8CB2-9D97-2042-BB40-958BB32F30E0}" destId="{01A44E8C-FD63-9842-8EF0-34626742BAE2}" srcOrd="14" destOrd="0" presId="urn:microsoft.com/office/officeart/2008/layout/LinedList"/>
    <dgm:cxn modelId="{9706B45A-B2F3-2648-897C-8412653715B9}" type="presParOf" srcId="{99DA8CB2-9D97-2042-BB40-958BB32F30E0}" destId="{E8DF725D-7AA8-0C4F-B2E6-59C00C68F13E}" srcOrd="15" destOrd="0" presId="urn:microsoft.com/office/officeart/2008/layout/LinedList"/>
    <dgm:cxn modelId="{C355CFB9-9287-0243-B1CD-C4169D590317}" type="presParOf" srcId="{E8DF725D-7AA8-0C4F-B2E6-59C00C68F13E}" destId="{171DC1CE-6DCC-D049-9F48-9651069B0DC9}" srcOrd="0" destOrd="0" presId="urn:microsoft.com/office/officeart/2008/layout/LinedList"/>
    <dgm:cxn modelId="{3B786DEA-0D47-564A-9192-16D9A8AA59B4}" type="presParOf" srcId="{E8DF725D-7AA8-0C4F-B2E6-59C00C68F13E}" destId="{10CA68CD-912E-5541-BBA0-C3D85B4993EF}" srcOrd="1" destOrd="0" presId="urn:microsoft.com/office/officeart/2008/layout/LinedList"/>
    <dgm:cxn modelId="{12EB42F5-ED5C-5F47-BA77-4CEAAF601CF6}" type="presParOf" srcId="{99DA8CB2-9D97-2042-BB40-958BB32F30E0}" destId="{414CC61D-360C-C44B-BB27-A09DDF4FC050}" srcOrd="16" destOrd="0" presId="urn:microsoft.com/office/officeart/2008/layout/LinedList"/>
    <dgm:cxn modelId="{990C40F0-AF4D-DB4A-85AC-FC4BB2A43BF7}" type="presParOf" srcId="{99DA8CB2-9D97-2042-BB40-958BB32F30E0}" destId="{51070E22-BA67-8643-ACD0-66B79F32CDF0}" srcOrd="17" destOrd="0" presId="urn:microsoft.com/office/officeart/2008/layout/LinedList"/>
    <dgm:cxn modelId="{C94F7126-B38D-C242-9214-D71C75C86887}" type="presParOf" srcId="{51070E22-BA67-8643-ACD0-66B79F32CDF0}" destId="{EF528782-7B9A-7243-977D-136AC04E0C8B}" srcOrd="0" destOrd="0" presId="urn:microsoft.com/office/officeart/2008/layout/LinedList"/>
    <dgm:cxn modelId="{6F433C9E-72D4-8A45-9756-30037A91B0D6}" type="presParOf" srcId="{51070E22-BA67-8643-ACD0-66B79F32CDF0}" destId="{D0E1E1D9-EFD5-284B-8F47-EDBF92DD1707}" srcOrd="1" destOrd="0" presId="urn:microsoft.com/office/officeart/2008/layout/LinedList"/>
    <dgm:cxn modelId="{DF127253-91CC-E24F-AA02-F4FE5B60752F}" type="presParOf" srcId="{99DA8CB2-9D97-2042-BB40-958BB32F30E0}" destId="{34AFDE57-89F1-2144-B4B1-88A5973733A5}" srcOrd="18" destOrd="0" presId="urn:microsoft.com/office/officeart/2008/layout/LinedList"/>
    <dgm:cxn modelId="{212A4A5B-32A0-6941-9E9E-251558BFFA8E}" type="presParOf" srcId="{99DA8CB2-9D97-2042-BB40-958BB32F30E0}" destId="{112208F4-99A5-AC4B-94B7-895705F84029}" srcOrd="19" destOrd="0" presId="urn:microsoft.com/office/officeart/2008/layout/LinedList"/>
    <dgm:cxn modelId="{EDC5A37C-6373-7848-B887-A560E8ECC4B3}" type="presParOf" srcId="{112208F4-99A5-AC4B-94B7-895705F84029}" destId="{40F3E7F3-6883-3F4D-AA75-9626C1BA05EA}" srcOrd="0" destOrd="0" presId="urn:microsoft.com/office/officeart/2008/layout/LinedList"/>
    <dgm:cxn modelId="{35CB81C8-997E-7A41-97FC-B48F13278E71}" type="presParOf" srcId="{112208F4-99A5-AC4B-94B7-895705F84029}" destId="{24EDAC4F-B7F7-134E-BAEA-95D6999C0BA4}" srcOrd="1" destOrd="0" presId="urn:microsoft.com/office/officeart/2008/layout/LinedList"/>
    <dgm:cxn modelId="{0AC0AA6D-0CC0-F64E-A2FD-957F418E4691}" type="presParOf" srcId="{99DA8CB2-9D97-2042-BB40-958BB32F30E0}" destId="{F030C55C-981F-D842-90C2-271E4B433641}" srcOrd="20" destOrd="0" presId="urn:microsoft.com/office/officeart/2008/layout/LinedList"/>
    <dgm:cxn modelId="{DEB79A0B-7CD3-D448-8110-AB683AE34660}" type="presParOf" srcId="{99DA8CB2-9D97-2042-BB40-958BB32F30E0}" destId="{BE97CF1D-73C7-A846-BFE4-E522E74E3027}" srcOrd="21" destOrd="0" presId="urn:microsoft.com/office/officeart/2008/layout/LinedList"/>
    <dgm:cxn modelId="{16C3616B-18D0-CC47-A70A-64134C71A3C5}" type="presParOf" srcId="{BE97CF1D-73C7-A846-BFE4-E522E74E3027}" destId="{8E85A03A-8F24-E643-B936-0CDBB981BF69}" srcOrd="0" destOrd="0" presId="urn:microsoft.com/office/officeart/2008/layout/LinedList"/>
    <dgm:cxn modelId="{D4ADCE7C-E8B2-AC47-95B3-DF953C514877}" type="presParOf" srcId="{BE97CF1D-73C7-A846-BFE4-E522E74E3027}" destId="{4AA2FC49-C875-9540-9119-4039CA9F2405}" srcOrd="1" destOrd="0" presId="urn:microsoft.com/office/officeart/2008/layout/LinedList"/>
    <dgm:cxn modelId="{BCADF287-1213-4849-AEC9-D2CB4849519E}" type="presParOf" srcId="{99DA8CB2-9D97-2042-BB40-958BB32F30E0}" destId="{A7E32916-0954-9541-9294-142F88622028}" srcOrd="22" destOrd="0" presId="urn:microsoft.com/office/officeart/2008/layout/LinedList"/>
    <dgm:cxn modelId="{AAA52DC1-84A4-894F-B002-451882F12EC2}" type="presParOf" srcId="{99DA8CB2-9D97-2042-BB40-958BB32F30E0}" destId="{32FB2F01-5075-284D-B9C1-22960CD6D89B}" srcOrd="23" destOrd="0" presId="urn:microsoft.com/office/officeart/2008/layout/LinedList"/>
    <dgm:cxn modelId="{4987DAEA-2882-6A41-876B-D1E0CB5E1B76}" type="presParOf" srcId="{32FB2F01-5075-284D-B9C1-22960CD6D89B}" destId="{D8CD17E7-B828-2F45-944F-74A70AC6780F}" srcOrd="0" destOrd="0" presId="urn:microsoft.com/office/officeart/2008/layout/LinedList"/>
    <dgm:cxn modelId="{D342A5DF-C667-3E4E-B521-59BCA4BF9EDD}" type="presParOf" srcId="{32FB2F01-5075-284D-B9C1-22960CD6D89B}" destId="{7E034849-6CB4-C140-A1A5-D42707B601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31B5B1-0A26-AE45-A6A5-FBE221EC72D2}" type="doc">
      <dgm:prSet loTypeId="urn:microsoft.com/office/officeart/2024/3/layout/BulletTimelineVariant1" loCatId="Timeline" qsTypeId="urn:microsoft.com/office/officeart/2005/8/quickstyle/simple1" qsCatId="simple" csTypeId="urn:microsoft.com/office/officeart/2005/8/colors/BulletTimelineColorVariant1" csCatId="other" phldr="1"/>
      <dgm:spPr/>
      <dgm:t>
        <a:bodyPr/>
        <a:lstStyle/>
        <a:p>
          <a:endParaRPr lang="en-US"/>
        </a:p>
      </dgm:t>
    </dgm:pt>
    <dgm:pt modelId="{22A776CA-3EA6-D240-8A5C-890A7284DC12}">
      <dgm:prSet custT="1"/>
      <dgm:spPr/>
      <dgm:t>
        <a:bodyPr/>
        <a:lstStyle/>
        <a:p>
          <a:pPr>
            <a:defRPr b="1"/>
          </a:pPr>
          <a:r>
            <a:rPr lang="en-US" sz="1100" b="0" dirty="0">
              <a:latin typeface="Cambria" panose="02040503050406030204" pitchFamily="18" charset="0"/>
            </a:rPr>
            <a:t>User creates Jira Story:</a:t>
          </a:r>
          <a:endParaRPr lang="en-US" sz="1100" dirty="0">
            <a:latin typeface="Cambria" panose="02040503050406030204" pitchFamily="18" charset="0"/>
          </a:endParaRPr>
        </a:p>
      </dgm:t>
    </dgm:pt>
    <dgm:pt modelId="{96363B28-391D-4547-82F1-F30C58DF81E8}" type="parTrans" cxnId="{B4C11995-2A0B-1447-861F-CD02073B57E0}">
      <dgm:prSet/>
      <dgm:spPr/>
      <dgm:t>
        <a:bodyPr/>
        <a:lstStyle/>
        <a:p>
          <a:endParaRPr lang="en-US"/>
        </a:p>
      </dgm:t>
    </dgm:pt>
    <dgm:pt modelId="{E7655643-15B9-0E4A-AE50-0EFD72A380AB}" type="sibTrans" cxnId="{B4C11995-2A0B-1447-861F-CD02073B57E0}">
      <dgm:prSet/>
      <dgm:spPr/>
      <dgm:t>
        <a:bodyPr/>
        <a:lstStyle/>
        <a:p>
          <a:endParaRPr lang="en-US"/>
        </a:p>
      </dgm:t>
    </dgm:pt>
    <dgm:pt modelId="{C8DB334F-9916-5F42-A6A8-7B149DC05967}">
      <dgm:prSet custT="1"/>
      <dgm:spPr/>
      <dgm:t>
        <a:bodyPr/>
        <a:lstStyle/>
        <a:p>
          <a:r>
            <a:rPr lang="en-US" sz="11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" panose="02040503050406030204" pitchFamily="18" charset="0"/>
              <a:ea typeface="+mn-ea"/>
              <a:cs typeface="+mn-cs"/>
            </a:rPr>
            <a:t>"Add Customer Segment field to Account"</a:t>
          </a:r>
        </a:p>
      </dgm:t>
    </dgm:pt>
    <dgm:pt modelId="{1D75C18C-68B7-7349-BB0A-A81E1AC1101B}" type="parTrans" cxnId="{B6E99B87-6BBD-A94C-B300-E068E135E8CB}">
      <dgm:prSet/>
      <dgm:spPr/>
      <dgm:t>
        <a:bodyPr/>
        <a:lstStyle/>
        <a:p>
          <a:endParaRPr lang="en-US"/>
        </a:p>
      </dgm:t>
    </dgm:pt>
    <dgm:pt modelId="{467289C7-80B4-7D47-BD62-9CA91DB450FB}" type="sibTrans" cxnId="{B6E99B87-6BBD-A94C-B300-E068E135E8CB}">
      <dgm:prSet/>
      <dgm:spPr/>
      <dgm:t>
        <a:bodyPr/>
        <a:lstStyle/>
        <a:p>
          <a:endParaRPr lang="en-US"/>
        </a:p>
      </dgm:t>
    </dgm:pt>
    <dgm:pt modelId="{4B701C30-CBC4-F74C-B69F-A2B0F8088611}">
      <dgm:prSet custT="1"/>
      <dgm:spPr/>
      <dgm:t>
        <a:bodyPr/>
        <a:lstStyle/>
        <a:p>
          <a:pPr>
            <a:defRPr b="1"/>
          </a:pPr>
          <a:r>
            <a:rPr lang="en-US" sz="1200" b="0" dirty="0">
              <a:latin typeface="Cambria" panose="02040503050406030204" pitchFamily="18" charset="0"/>
            </a:rPr>
            <a:t>Claude AI analyzes and asks:</a:t>
          </a:r>
          <a:endParaRPr lang="en-US" sz="1200" dirty="0">
            <a:latin typeface="Cambria" panose="02040503050406030204" pitchFamily="18" charset="0"/>
          </a:endParaRPr>
        </a:p>
      </dgm:t>
    </dgm:pt>
    <dgm:pt modelId="{5D32FFA5-48B5-6849-BB01-93287DAA3C2D}" type="parTrans" cxnId="{16BE456A-ABAE-0940-9ECA-B5CAD015F615}">
      <dgm:prSet/>
      <dgm:spPr/>
      <dgm:t>
        <a:bodyPr/>
        <a:lstStyle/>
        <a:p>
          <a:endParaRPr lang="en-US"/>
        </a:p>
      </dgm:t>
    </dgm:pt>
    <dgm:pt modelId="{2CB3383A-BDD3-BD44-9FDD-BA94E6B4E3EF}" type="sibTrans" cxnId="{16BE456A-ABAE-0940-9ECA-B5CAD015F615}">
      <dgm:prSet/>
      <dgm:spPr/>
      <dgm:t>
        <a:bodyPr/>
        <a:lstStyle/>
        <a:p>
          <a:endParaRPr lang="en-US"/>
        </a:p>
      </dgm:t>
    </dgm:pt>
    <dgm:pt modelId="{E96B44FF-19BC-CC4B-8D0B-D3816DE7B934}">
      <dgm:prSet custT="1"/>
      <dgm:spPr/>
      <dgm:t>
        <a:bodyPr/>
        <a:lstStyle/>
        <a:p>
          <a:r>
            <a:rPr lang="en-US" sz="900" b="0" dirty="0">
              <a:latin typeface="Cambria" panose="02040503050406030204" pitchFamily="18" charset="0"/>
            </a:rPr>
            <a:t>"I need clarification on the following:</a:t>
          </a:r>
          <a:endParaRPr lang="en-US" sz="900" dirty="0">
            <a:latin typeface="Cambria" panose="02040503050406030204" pitchFamily="18" charset="0"/>
          </a:endParaRPr>
        </a:p>
      </dgm:t>
    </dgm:pt>
    <dgm:pt modelId="{1E248789-4C2B-0043-8B71-BFC00AA3475A}" type="parTrans" cxnId="{EC15D0F6-D445-9740-B8B4-C9E4755D5150}">
      <dgm:prSet/>
      <dgm:spPr/>
      <dgm:t>
        <a:bodyPr/>
        <a:lstStyle/>
        <a:p>
          <a:endParaRPr lang="en-US"/>
        </a:p>
      </dgm:t>
    </dgm:pt>
    <dgm:pt modelId="{16BBBA08-36B1-FC40-9B4F-F1736A7DE976}" type="sibTrans" cxnId="{EC15D0F6-D445-9740-B8B4-C9E4755D5150}">
      <dgm:prSet/>
      <dgm:spPr/>
      <dgm:t>
        <a:bodyPr/>
        <a:lstStyle/>
        <a:p>
          <a:endParaRPr lang="en-US"/>
        </a:p>
      </dgm:t>
    </dgm:pt>
    <dgm:pt modelId="{7A9917A2-2235-264F-BA0F-A45C778F9C92}">
      <dgm:prSet custT="1"/>
      <dgm:spPr/>
      <dgm:t>
        <a:bodyPr/>
        <a:lstStyle/>
        <a:p>
          <a:pPr>
            <a:defRPr b="1"/>
          </a:pPr>
          <a:r>
            <a:rPr lang="en-US" sz="1100" b="0" dirty="0">
              <a:latin typeface="Cambria" panose="02040503050406030204" pitchFamily="18" charset="0"/>
            </a:rPr>
            <a:t>User answers in Jira comment</a:t>
          </a:r>
          <a:endParaRPr lang="en-US" sz="1100" dirty="0">
            <a:latin typeface="Cambria" panose="02040503050406030204" pitchFamily="18" charset="0"/>
          </a:endParaRPr>
        </a:p>
      </dgm:t>
    </dgm:pt>
    <dgm:pt modelId="{C56928DA-625B-E741-9FF6-E46477AD3B8E}" type="parTrans" cxnId="{38F69AAE-220D-0A46-A1D3-475CF22E1BD4}">
      <dgm:prSet/>
      <dgm:spPr/>
      <dgm:t>
        <a:bodyPr/>
        <a:lstStyle/>
        <a:p>
          <a:endParaRPr lang="en-US"/>
        </a:p>
      </dgm:t>
    </dgm:pt>
    <dgm:pt modelId="{8EE094C3-05A6-AA46-8BB7-988AAAB0F84C}" type="sibTrans" cxnId="{38F69AAE-220D-0A46-A1D3-475CF22E1BD4}">
      <dgm:prSet/>
      <dgm:spPr/>
      <dgm:t>
        <a:bodyPr/>
        <a:lstStyle/>
        <a:p>
          <a:endParaRPr lang="en-US"/>
        </a:p>
      </dgm:t>
    </dgm:pt>
    <dgm:pt modelId="{86081BC6-99E2-F242-99B9-A0226A8705D3}">
      <dgm:prSet custT="1"/>
      <dgm:spPr/>
      <dgm:t>
        <a:bodyPr/>
        <a:lstStyle/>
        <a:p>
          <a:r>
            <a:rPr lang="en-US" sz="1100" b="0" dirty="0">
              <a:latin typeface="Cambria" panose="02040503050406030204" pitchFamily="18" charset="0"/>
            </a:rPr>
            <a:t>"Picklist with values: Enterprise, Mid-Market,</a:t>
          </a:r>
          <a:endParaRPr lang="en-US" sz="1100" dirty="0">
            <a:latin typeface="Cambria" panose="02040503050406030204" pitchFamily="18" charset="0"/>
          </a:endParaRPr>
        </a:p>
      </dgm:t>
    </dgm:pt>
    <dgm:pt modelId="{1717C3F2-AA24-7442-912D-CC19DCB109DA}" type="parTrans" cxnId="{71A4EA52-6C38-4046-B13C-B39B02E811A5}">
      <dgm:prSet/>
      <dgm:spPr/>
      <dgm:t>
        <a:bodyPr/>
        <a:lstStyle/>
        <a:p>
          <a:endParaRPr lang="en-US"/>
        </a:p>
      </dgm:t>
    </dgm:pt>
    <dgm:pt modelId="{0E8291A2-7B1D-074C-B0FB-80CE086A472E}" type="sibTrans" cxnId="{71A4EA52-6C38-4046-B13C-B39B02E811A5}">
      <dgm:prSet/>
      <dgm:spPr/>
      <dgm:t>
        <a:bodyPr/>
        <a:lstStyle/>
        <a:p>
          <a:endParaRPr lang="en-US"/>
        </a:p>
      </dgm:t>
    </dgm:pt>
    <dgm:pt modelId="{5537E344-BA3C-0D44-BFE5-00F29414D2B6}">
      <dgm:prSet custT="1"/>
      <dgm:spPr/>
      <dgm:t>
        <a:bodyPr/>
        <a:lstStyle/>
        <a:p>
          <a:pPr>
            <a:defRPr b="1"/>
          </a:pPr>
          <a:r>
            <a:rPr lang="en-US" sz="1200" b="0" dirty="0">
              <a:latin typeface="Cambria" panose="02040503050406030204" pitchFamily="18" charset="0"/>
            </a:rPr>
            <a:t>Claude AI confirms:</a:t>
          </a:r>
          <a:endParaRPr lang="en-US" sz="1200" dirty="0">
            <a:latin typeface="Cambria" panose="02040503050406030204" pitchFamily="18" charset="0"/>
          </a:endParaRPr>
        </a:p>
      </dgm:t>
    </dgm:pt>
    <dgm:pt modelId="{C7C684F9-4105-6042-921A-F9778CB145ED}" type="parTrans" cxnId="{936B2C0F-812B-3C40-8DCA-C9A85A83BEBE}">
      <dgm:prSet/>
      <dgm:spPr/>
      <dgm:t>
        <a:bodyPr/>
        <a:lstStyle/>
        <a:p>
          <a:endParaRPr lang="en-US"/>
        </a:p>
      </dgm:t>
    </dgm:pt>
    <dgm:pt modelId="{06C15A24-D6FF-5D45-9980-3231A00470ED}" type="sibTrans" cxnId="{936B2C0F-812B-3C40-8DCA-C9A85A83BEBE}">
      <dgm:prSet/>
      <dgm:spPr/>
      <dgm:t>
        <a:bodyPr/>
        <a:lstStyle/>
        <a:p>
          <a:endParaRPr lang="en-US"/>
        </a:p>
      </dgm:t>
    </dgm:pt>
    <dgm:pt modelId="{D79EBA1D-C22C-0341-A955-6957EDF8DEE8}">
      <dgm:prSet custT="1"/>
      <dgm:spPr/>
      <dgm:t>
        <a:bodyPr/>
        <a:lstStyle/>
        <a:p>
          <a:r>
            <a:rPr lang="en-US" sz="1200" b="0" dirty="0">
              <a:latin typeface="Cambria" panose="02040503050406030204" pitchFamily="18" charset="0"/>
            </a:rPr>
            <a:t>"All questions answered! Ready to execute.</a:t>
          </a:r>
          <a:br>
            <a:rPr lang="en-US" sz="1200" b="0" dirty="0">
              <a:latin typeface="Cambria" panose="02040503050406030204" pitchFamily="18" charset="0"/>
            </a:rPr>
          </a:br>
          <a:r>
            <a:rPr lang="en-US" sz="1100" b="1" dirty="0">
              <a:latin typeface="Cambria" panose="02040503050406030204" pitchFamily="18" charset="0"/>
            </a:rPr>
            <a:t>Execution Plan:</a:t>
          </a:r>
        </a:p>
      </dgm:t>
    </dgm:pt>
    <dgm:pt modelId="{8289519F-089F-F742-A4B9-9C47B10AD1F3}" type="parTrans" cxnId="{DC1AC581-D3A5-EF41-892F-56706BFFF494}">
      <dgm:prSet/>
      <dgm:spPr/>
      <dgm:t>
        <a:bodyPr/>
        <a:lstStyle/>
        <a:p>
          <a:endParaRPr lang="en-US"/>
        </a:p>
      </dgm:t>
    </dgm:pt>
    <dgm:pt modelId="{259183D6-8A38-A94B-89B1-0F7C57C47C72}" type="sibTrans" cxnId="{DC1AC581-D3A5-EF41-892F-56706BFFF494}">
      <dgm:prSet/>
      <dgm:spPr/>
      <dgm:t>
        <a:bodyPr/>
        <a:lstStyle/>
        <a:p>
          <a:endParaRPr lang="en-US"/>
        </a:p>
      </dgm:t>
    </dgm:pt>
    <dgm:pt modelId="{36CCA186-A34B-C049-84DB-458F1AF04421}">
      <dgm:prSet custT="1"/>
      <dgm:spPr/>
      <dgm:t>
        <a:bodyPr/>
        <a:lstStyle/>
        <a:p>
          <a:pPr>
            <a:defRPr b="1"/>
          </a:pPr>
          <a:r>
            <a:rPr lang="en-US" sz="1050" b="0" dirty="0">
              <a:latin typeface="Cambria" panose="02040503050406030204" pitchFamily="18" charset="0"/>
            </a:rPr>
            <a:t>Automatic Deployment to Salesforce</a:t>
          </a:r>
          <a:endParaRPr lang="en-US" sz="1050" dirty="0">
            <a:latin typeface="Cambria" panose="02040503050406030204" pitchFamily="18" charset="0"/>
          </a:endParaRPr>
        </a:p>
      </dgm:t>
    </dgm:pt>
    <dgm:pt modelId="{29C32F99-223D-B34D-9221-00E42784B181}" type="parTrans" cxnId="{C626F8BC-14BB-084C-A53A-8F2F1ECA62F4}">
      <dgm:prSet/>
      <dgm:spPr/>
      <dgm:t>
        <a:bodyPr/>
        <a:lstStyle/>
        <a:p>
          <a:endParaRPr lang="en-US"/>
        </a:p>
      </dgm:t>
    </dgm:pt>
    <dgm:pt modelId="{D91717B6-DA7F-E74E-82DB-A31A3146FE5C}" type="sibTrans" cxnId="{C626F8BC-14BB-084C-A53A-8F2F1ECA62F4}">
      <dgm:prSet/>
      <dgm:spPr/>
      <dgm:t>
        <a:bodyPr/>
        <a:lstStyle/>
        <a:p>
          <a:endParaRPr lang="en-US"/>
        </a:p>
      </dgm:t>
    </dgm:pt>
    <dgm:pt modelId="{85D8D463-6B78-D047-A9A7-0941070494B6}">
      <dgm:prSet custT="1"/>
      <dgm:spPr/>
      <dgm:t>
        <a:bodyPr/>
        <a:lstStyle/>
        <a:p>
          <a:pPr algn="just"/>
          <a:r>
            <a:rPr lang="en-US" sz="1050" dirty="0">
              <a:latin typeface="Cambria" panose="02040503050406030204" pitchFamily="18" charset="0"/>
            </a:rPr>
            <a:t>As part of this POC, this changes configuration autonomously and deploys to production. This can be automated through a CICD pipeline with additional steps such as UAT in a lower environment</a:t>
          </a:r>
        </a:p>
      </dgm:t>
    </dgm:pt>
    <dgm:pt modelId="{C2AF4D99-F918-5B42-AD92-304DA57ED0DF}" type="parTrans" cxnId="{037AF7DC-2AA5-F640-BDAF-B622687AE42E}">
      <dgm:prSet/>
      <dgm:spPr/>
      <dgm:t>
        <a:bodyPr/>
        <a:lstStyle/>
        <a:p>
          <a:endParaRPr lang="en-US"/>
        </a:p>
      </dgm:t>
    </dgm:pt>
    <dgm:pt modelId="{526C240C-7BFC-E94B-855C-A04B25C8B312}" type="sibTrans" cxnId="{037AF7DC-2AA5-F640-BDAF-B622687AE42E}">
      <dgm:prSet/>
      <dgm:spPr/>
      <dgm:t>
        <a:bodyPr/>
        <a:lstStyle/>
        <a:p>
          <a:endParaRPr lang="en-US"/>
        </a:p>
      </dgm:t>
    </dgm:pt>
    <dgm:pt modelId="{C6A5C320-E380-B24D-A6B1-45CE5523ABC0}">
      <dgm:prSet custT="1"/>
      <dgm:spPr/>
      <dgm:t>
        <a:bodyPr/>
        <a:lstStyle/>
        <a:p>
          <a:endParaRPr lang="en-US" sz="900" b="0">
            <a:latin typeface="Cambria" panose="02040503050406030204" pitchFamily="18" charset="0"/>
          </a:endParaRPr>
        </a:p>
      </dgm:t>
    </dgm:pt>
    <dgm:pt modelId="{1B40FF38-9E0C-4447-A035-D9CB333676DB}" type="parTrans" cxnId="{D7D637F7-93F5-E644-9115-B40A839A1EB1}">
      <dgm:prSet/>
      <dgm:spPr/>
      <dgm:t>
        <a:bodyPr/>
        <a:lstStyle/>
        <a:p>
          <a:endParaRPr lang="en-US"/>
        </a:p>
      </dgm:t>
    </dgm:pt>
    <dgm:pt modelId="{EECE06C1-E902-AF41-855B-F5DA78E9A8E4}" type="sibTrans" cxnId="{D7D637F7-93F5-E644-9115-B40A839A1EB1}">
      <dgm:prSet/>
      <dgm:spPr/>
      <dgm:t>
        <a:bodyPr/>
        <a:lstStyle/>
        <a:p>
          <a:endParaRPr lang="en-US"/>
        </a:p>
      </dgm:t>
    </dgm:pt>
    <dgm:pt modelId="{786BE042-DF0C-384C-ACB1-8D219142C0F4}">
      <dgm:prSet custT="1"/>
      <dgm:spPr/>
      <dgm:t>
        <a:bodyPr/>
        <a:lstStyle/>
        <a:p>
          <a:r>
            <a:rPr lang="en-US" sz="900" b="0">
              <a:latin typeface="Cambria" panose="02040503050406030204" pitchFamily="18" charset="0"/>
            </a:rPr>
            <a:t>1. What type of field should this be (Text, Picklist, etc.)?</a:t>
          </a:r>
        </a:p>
      </dgm:t>
    </dgm:pt>
    <dgm:pt modelId="{185E6E1F-773B-D245-85A7-A1C1F22422DC}" type="parTrans" cxnId="{CB2078B2-FDD5-6D44-9359-6317A2AAB195}">
      <dgm:prSet/>
      <dgm:spPr/>
      <dgm:t>
        <a:bodyPr/>
        <a:lstStyle/>
        <a:p>
          <a:endParaRPr lang="en-US"/>
        </a:p>
      </dgm:t>
    </dgm:pt>
    <dgm:pt modelId="{17A60FC6-9B12-B542-86F8-72FA78E791B2}" type="sibTrans" cxnId="{CB2078B2-FDD5-6D44-9359-6317A2AAB195}">
      <dgm:prSet/>
      <dgm:spPr/>
      <dgm:t>
        <a:bodyPr/>
        <a:lstStyle/>
        <a:p>
          <a:endParaRPr lang="en-US"/>
        </a:p>
      </dgm:t>
    </dgm:pt>
    <dgm:pt modelId="{DE94155D-C657-024D-9556-6BC98A45B7AD}">
      <dgm:prSet custT="1"/>
      <dgm:spPr/>
      <dgm:t>
        <a:bodyPr/>
        <a:lstStyle/>
        <a:p>
          <a:r>
            <a:rPr lang="en-US" sz="900" b="0">
              <a:latin typeface="Cambria" panose="02040503050406030204" pitchFamily="18" charset="0"/>
            </a:rPr>
            <a:t>2. If Picklist, what are the values?</a:t>
          </a:r>
        </a:p>
      </dgm:t>
    </dgm:pt>
    <dgm:pt modelId="{5AA7468B-0F82-E545-B68C-14DA7DB89EEB}" type="parTrans" cxnId="{0FFEB7F8-F103-5E4C-866B-6EAE60D34A19}">
      <dgm:prSet/>
      <dgm:spPr/>
      <dgm:t>
        <a:bodyPr/>
        <a:lstStyle/>
        <a:p>
          <a:endParaRPr lang="en-US"/>
        </a:p>
      </dgm:t>
    </dgm:pt>
    <dgm:pt modelId="{5C5E53B8-5A96-7F4B-98F6-9F6E976E15B9}" type="sibTrans" cxnId="{0FFEB7F8-F103-5E4C-866B-6EAE60D34A19}">
      <dgm:prSet/>
      <dgm:spPr/>
      <dgm:t>
        <a:bodyPr/>
        <a:lstStyle/>
        <a:p>
          <a:endParaRPr lang="en-US"/>
        </a:p>
      </dgm:t>
    </dgm:pt>
    <dgm:pt modelId="{15BE0DD2-E642-9449-B51B-709ACF195DDA}">
      <dgm:prSet custT="1"/>
      <dgm:spPr/>
      <dgm:t>
        <a:bodyPr/>
        <a:lstStyle/>
        <a:p>
          <a:r>
            <a:rPr lang="en-US" sz="900" b="0">
              <a:latin typeface="Cambria" panose="02040503050406030204" pitchFamily="18" charset="0"/>
            </a:rPr>
            <a:t>3. Should this field be required?</a:t>
          </a:r>
        </a:p>
      </dgm:t>
    </dgm:pt>
    <dgm:pt modelId="{01EC5B00-E4CF-2744-AFE8-E6B8C178962C}" type="parTrans" cxnId="{BEF2CB84-AF22-BE47-8F18-A2B6C150F6A4}">
      <dgm:prSet/>
      <dgm:spPr/>
      <dgm:t>
        <a:bodyPr/>
        <a:lstStyle/>
        <a:p>
          <a:endParaRPr lang="en-US"/>
        </a:p>
      </dgm:t>
    </dgm:pt>
    <dgm:pt modelId="{D0D232F6-BD16-7245-AC64-11F71A8C5F3C}" type="sibTrans" cxnId="{BEF2CB84-AF22-BE47-8F18-A2B6C150F6A4}">
      <dgm:prSet/>
      <dgm:spPr/>
      <dgm:t>
        <a:bodyPr/>
        <a:lstStyle/>
        <a:p>
          <a:endParaRPr lang="en-US"/>
        </a:p>
      </dgm:t>
    </dgm:pt>
    <dgm:pt modelId="{FA782F94-5557-5849-BA07-CB7FD3FAD152}">
      <dgm:prSet custT="1"/>
      <dgm:spPr/>
      <dgm:t>
        <a:bodyPr/>
        <a:lstStyle/>
        <a:p>
          <a:r>
            <a:rPr lang="en-US" sz="900" b="0" dirty="0">
              <a:latin typeface="Cambria" panose="02040503050406030204" pitchFamily="18" charset="0"/>
            </a:rPr>
            <a:t>4. What should be the default value?"</a:t>
          </a:r>
        </a:p>
      </dgm:t>
    </dgm:pt>
    <dgm:pt modelId="{1AEA3E69-51FC-5449-854A-A590056B9818}" type="parTrans" cxnId="{09F156A1-6C81-C448-B6AE-45F6D694F73C}">
      <dgm:prSet/>
      <dgm:spPr/>
      <dgm:t>
        <a:bodyPr/>
        <a:lstStyle/>
        <a:p>
          <a:endParaRPr lang="en-US"/>
        </a:p>
      </dgm:t>
    </dgm:pt>
    <dgm:pt modelId="{197B1995-F37B-B746-91D1-6D47C1B8B4F6}" type="sibTrans" cxnId="{09F156A1-6C81-C448-B6AE-45F6D694F73C}">
      <dgm:prSet/>
      <dgm:spPr/>
      <dgm:t>
        <a:bodyPr/>
        <a:lstStyle/>
        <a:p>
          <a:endParaRPr lang="en-US"/>
        </a:p>
      </dgm:t>
    </dgm:pt>
    <dgm:pt modelId="{3A78AA4B-66CB-9545-874C-858F031BC077}">
      <dgm:prSet custT="1"/>
      <dgm:spPr/>
      <dgm:t>
        <a:bodyPr/>
        <a:lstStyle/>
        <a:p>
          <a:r>
            <a:rPr lang="en-US" sz="1100" b="0">
              <a:latin typeface="Cambria" panose="02040503050406030204" pitchFamily="18" charset="0"/>
            </a:rPr>
            <a:t>Small Business, Startup.</a:t>
          </a:r>
        </a:p>
      </dgm:t>
    </dgm:pt>
    <dgm:pt modelId="{22AD463A-A436-AE41-BEB9-398E10CA04D8}" type="parTrans" cxnId="{5530F76C-A7E9-AF48-A4D8-9F991BE78D8C}">
      <dgm:prSet/>
      <dgm:spPr/>
      <dgm:t>
        <a:bodyPr/>
        <a:lstStyle/>
        <a:p>
          <a:endParaRPr lang="en-US"/>
        </a:p>
      </dgm:t>
    </dgm:pt>
    <dgm:pt modelId="{A4BB4A99-1002-4446-B17D-EDD2015E1B52}" type="sibTrans" cxnId="{5530F76C-A7E9-AF48-A4D8-9F991BE78D8C}">
      <dgm:prSet/>
      <dgm:spPr/>
      <dgm:t>
        <a:bodyPr/>
        <a:lstStyle/>
        <a:p>
          <a:endParaRPr lang="en-US"/>
        </a:p>
      </dgm:t>
    </dgm:pt>
    <dgm:pt modelId="{6C0EB832-BC6E-4A48-A9F3-93F0D34F43B3}">
      <dgm:prSet custT="1"/>
      <dgm:spPr/>
      <dgm:t>
        <a:bodyPr/>
        <a:lstStyle/>
        <a:p>
          <a:r>
            <a:rPr lang="en-US" sz="1100" b="0">
              <a:latin typeface="Cambria" panose="02040503050406030204" pitchFamily="18" charset="0"/>
            </a:rPr>
            <a:t>Default: Small Business.</a:t>
          </a:r>
        </a:p>
      </dgm:t>
    </dgm:pt>
    <dgm:pt modelId="{FAFB1262-0677-774A-888B-33F8B77C4DAD}" type="parTrans" cxnId="{F32E5F2D-EDCC-764C-BD09-9628193E150F}">
      <dgm:prSet/>
      <dgm:spPr/>
      <dgm:t>
        <a:bodyPr/>
        <a:lstStyle/>
        <a:p>
          <a:endParaRPr lang="en-US"/>
        </a:p>
      </dgm:t>
    </dgm:pt>
    <dgm:pt modelId="{D49CCA5C-E8A9-9F42-91A7-B0243E14F7FA}" type="sibTrans" cxnId="{F32E5F2D-EDCC-764C-BD09-9628193E150F}">
      <dgm:prSet/>
      <dgm:spPr/>
      <dgm:t>
        <a:bodyPr/>
        <a:lstStyle/>
        <a:p>
          <a:endParaRPr lang="en-US"/>
        </a:p>
      </dgm:t>
    </dgm:pt>
    <dgm:pt modelId="{77CE2E75-EEDD-7D47-86C5-04AEB5FB80B7}">
      <dgm:prSet custT="1"/>
      <dgm:spPr/>
      <dgm:t>
        <a:bodyPr/>
        <a:lstStyle/>
        <a:p>
          <a:r>
            <a:rPr lang="en-US" sz="1100" b="0" dirty="0">
              <a:latin typeface="Cambria" panose="02040503050406030204" pitchFamily="18" charset="0"/>
            </a:rPr>
            <a:t>Not required."</a:t>
          </a:r>
        </a:p>
      </dgm:t>
    </dgm:pt>
    <dgm:pt modelId="{8040003E-CF96-5948-B11D-71F1054F71CA}" type="parTrans" cxnId="{ECB79DF3-B5B5-FB4E-9FE0-790FE3BDB139}">
      <dgm:prSet/>
      <dgm:spPr/>
      <dgm:t>
        <a:bodyPr/>
        <a:lstStyle/>
        <a:p>
          <a:endParaRPr lang="en-US"/>
        </a:p>
      </dgm:t>
    </dgm:pt>
    <dgm:pt modelId="{373116B9-11D2-DF41-8756-DF4F50CD8F75}" type="sibTrans" cxnId="{ECB79DF3-B5B5-FB4E-9FE0-790FE3BDB139}">
      <dgm:prSet/>
      <dgm:spPr/>
      <dgm:t>
        <a:bodyPr/>
        <a:lstStyle/>
        <a:p>
          <a:endParaRPr lang="en-US"/>
        </a:p>
      </dgm:t>
    </dgm:pt>
    <dgm:pt modelId="{2A787865-AC91-4B42-B021-F1B8C8F4AE1E}">
      <dgm:prSet/>
      <dgm:spPr/>
      <dgm:t>
        <a:bodyPr/>
        <a:lstStyle/>
        <a:p>
          <a:endParaRPr lang="en-US" sz="1500" b="0" dirty="0"/>
        </a:p>
      </dgm:t>
    </dgm:pt>
    <dgm:pt modelId="{6DA6D6E5-696D-DF4A-925B-E0E018423BC6}" type="parTrans" cxnId="{15868B84-75FF-8049-B845-AEC5EA39C9D4}">
      <dgm:prSet/>
      <dgm:spPr/>
      <dgm:t>
        <a:bodyPr/>
        <a:lstStyle/>
        <a:p>
          <a:endParaRPr lang="en-US"/>
        </a:p>
      </dgm:t>
    </dgm:pt>
    <dgm:pt modelId="{4C233A45-8D52-E849-8980-8A5841AF4F7C}" type="sibTrans" cxnId="{15868B84-75FF-8049-B845-AEC5EA39C9D4}">
      <dgm:prSet/>
      <dgm:spPr/>
      <dgm:t>
        <a:bodyPr/>
        <a:lstStyle/>
        <a:p>
          <a:endParaRPr lang="en-US"/>
        </a:p>
      </dgm:t>
    </dgm:pt>
    <dgm:pt modelId="{173A5FE8-3407-3044-8E1A-47FB315238C6}">
      <dgm:prSet custT="1"/>
      <dgm:spPr/>
      <dgm:t>
        <a:bodyPr/>
        <a:lstStyle/>
        <a:p>
          <a:r>
            <a:rPr lang="en-US" sz="1100" b="0" dirty="0">
              <a:latin typeface="Cambria" panose="02040503050406030204" pitchFamily="18" charset="0"/>
            </a:rPr>
            <a:t>1. Create picklist field 'Customer_Segment__c'</a:t>
          </a:r>
        </a:p>
      </dgm:t>
    </dgm:pt>
    <dgm:pt modelId="{641D6840-345B-F44E-8237-C51EA1D0D2FE}" type="parTrans" cxnId="{2D0CC9AC-2F77-8A4A-9B38-F391D2E951F4}">
      <dgm:prSet/>
      <dgm:spPr/>
      <dgm:t>
        <a:bodyPr/>
        <a:lstStyle/>
        <a:p>
          <a:endParaRPr lang="en-US"/>
        </a:p>
      </dgm:t>
    </dgm:pt>
    <dgm:pt modelId="{3DF2E1AA-CF64-DA4C-BBC7-A36D28EB04A7}" type="sibTrans" cxnId="{2D0CC9AC-2F77-8A4A-9B38-F391D2E951F4}">
      <dgm:prSet/>
      <dgm:spPr/>
      <dgm:t>
        <a:bodyPr/>
        <a:lstStyle/>
        <a:p>
          <a:endParaRPr lang="en-US"/>
        </a:p>
      </dgm:t>
    </dgm:pt>
    <dgm:pt modelId="{961EB723-0ED4-C14B-BECB-6B1E0C599EAC}">
      <dgm:prSet custT="1"/>
      <dgm:spPr/>
      <dgm:t>
        <a:bodyPr/>
        <a:lstStyle/>
        <a:p>
          <a:r>
            <a:rPr lang="en-US" sz="1100" b="0">
              <a:latin typeface="Cambria" panose="02040503050406030204" pitchFamily="18" charset="0"/>
            </a:rPr>
            <a:t>2. Add values and set default</a:t>
          </a:r>
        </a:p>
      </dgm:t>
    </dgm:pt>
    <dgm:pt modelId="{EA144B7F-9BF9-B643-8AB9-C251358BC96B}" type="parTrans" cxnId="{1512CA02-E0AC-B744-8106-7329420D5667}">
      <dgm:prSet/>
      <dgm:spPr/>
      <dgm:t>
        <a:bodyPr/>
        <a:lstStyle/>
        <a:p>
          <a:endParaRPr lang="en-US"/>
        </a:p>
      </dgm:t>
    </dgm:pt>
    <dgm:pt modelId="{89F281DF-BE1E-FD43-A0B6-1676654D1588}" type="sibTrans" cxnId="{1512CA02-E0AC-B744-8106-7329420D5667}">
      <dgm:prSet/>
      <dgm:spPr/>
      <dgm:t>
        <a:bodyPr/>
        <a:lstStyle/>
        <a:p>
          <a:endParaRPr lang="en-US"/>
        </a:p>
      </dgm:t>
    </dgm:pt>
    <dgm:pt modelId="{9A6B88E7-B2AB-8146-AEBB-FF86DCA0D6C9}">
      <dgm:prSet custT="1"/>
      <dgm:spPr/>
      <dgm:t>
        <a:bodyPr/>
        <a:lstStyle/>
        <a:p>
          <a:r>
            <a:rPr lang="en-US" sz="1100" b="0" dirty="0">
              <a:latin typeface="Cambria" panose="02040503050406030204" pitchFamily="18" charset="0"/>
            </a:rPr>
            <a:t>3. Make field optional</a:t>
          </a:r>
        </a:p>
      </dgm:t>
    </dgm:pt>
    <dgm:pt modelId="{D250AFB8-AA93-4C43-B5E9-43354299D317}" type="parTrans" cxnId="{F14216AB-E152-DF46-B279-287EC7522EA7}">
      <dgm:prSet/>
      <dgm:spPr/>
      <dgm:t>
        <a:bodyPr/>
        <a:lstStyle/>
        <a:p>
          <a:endParaRPr lang="en-US"/>
        </a:p>
      </dgm:t>
    </dgm:pt>
    <dgm:pt modelId="{33B9A0D0-F580-0D49-B25C-6A1288011AEE}" type="sibTrans" cxnId="{F14216AB-E152-DF46-B279-287EC7522EA7}">
      <dgm:prSet/>
      <dgm:spPr/>
      <dgm:t>
        <a:bodyPr/>
        <a:lstStyle/>
        <a:p>
          <a:endParaRPr lang="en-US"/>
        </a:p>
      </dgm:t>
    </dgm:pt>
    <dgm:pt modelId="{F1522707-C6D0-8B41-9BC1-B39902E87C7F}" type="pres">
      <dgm:prSet presAssocID="{5331B5B1-0A26-AE45-A6A5-FBE221EC72D2}" presName="root" presStyleCnt="0">
        <dgm:presLayoutVars>
          <dgm:chMax/>
          <dgm:chPref/>
          <dgm:animLvl val="lvl"/>
        </dgm:presLayoutVars>
      </dgm:prSet>
      <dgm:spPr/>
    </dgm:pt>
    <dgm:pt modelId="{637410D8-3D52-994B-8BFA-7C20CA5AAAEE}" type="pres">
      <dgm:prSet presAssocID="{5331B5B1-0A26-AE45-A6A5-FBE221EC72D2}" presName="divider" presStyleLbl="fgAcc1" presStyleIdx="0" presStyleCnt="1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0EB6BE76-F0A1-8742-8629-ADD42BA40A71}" type="pres">
      <dgm:prSet presAssocID="{5331B5B1-0A26-AE45-A6A5-FBE221EC72D2}" presName="nodes" presStyleCnt="0">
        <dgm:presLayoutVars>
          <dgm:chMax/>
          <dgm:chPref/>
          <dgm:animLvl val="lvl"/>
        </dgm:presLayoutVars>
      </dgm:prSet>
      <dgm:spPr/>
    </dgm:pt>
    <dgm:pt modelId="{3A6A46E9-45F2-1046-8316-ED22268BDE56}" type="pres">
      <dgm:prSet presAssocID="{22A776CA-3EA6-D240-8A5C-890A7284DC12}" presName="composite" presStyleCnt="0"/>
      <dgm:spPr/>
    </dgm:pt>
    <dgm:pt modelId="{5313E474-8A68-5F49-9970-9A967992313C}" type="pres">
      <dgm:prSet presAssocID="{22A776CA-3EA6-D240-8A5C-890A7284DC12}" presName="ConnectorPoint" presStyleLbl="lnNode1" presStyleIdx="0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8342DBC-9038-3646-8C2B-FAEA52175582}" type="pres">
      <dgm:prSet presAssocID="{22A776CA-3EA6-D240-8A5C-890A7284DC12}" presName="DropPinPlaceHolder" presStyleCnt="0"/>
      <dgm:spPr/>
    </dgm:pt>
    <dgm:pt modelId="{29A16B2B-5E44-144A-AF1D-5715DBE64768}" type="pres">
      <dgm:prSet presAssocID="{22A776CA-3EA6-D240-8A5C-890A7284DC12}" presName="DropPin" presStyleLbl="revTx" presStyleIdx="0" presStyleCnt="15"/>
      <dgm:spPr/>
    </dgm:pt>
    <dgm:pt modelId="{2A344D66-5B01-334A-A89E-7FD5F985929D}" type="pres">
      <dgm:prSet presAssocID="{22A776CA-3EA6-D240-8A5C-890A7284DC12}" presName="Ellipse" presStyleLbl="node2" presStyleIdx="0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6C2793-B48A-8F47-8D93-2207F7F9DE61}" type="pres">
      <dgm:prSet presAssocID="{22A776CA-3EA6-D240-8A5C-890A7284DC12}" presName="L2TextContainer" presStyleLbl="revTx" presStyleIdx="1" presStyleCnt="15">
        <dgm:presLayoutVars>
          <dgm:bulletEnabled val="1"/>
        </dgm:presLayoutVars>
      </dgm:prSet>
      <dgm:spPr/>
    </dgm:pt>
    <dgm:pt modelId="{141461D7-D460-C944-B666-B2AABF27A842}" type="pres">
      <dgm:prSet presAssocID="{22A776CA-3EA6-D240-8A5C-890A7284DC12}" presName="L1TextContainer" presStyleLbl="revTx" presStyleIdx="2" presStyleCnt="15">
        <dgm:presLayoutVars>
          <dgm:chMax val="1"/>
          <dgm:chPref val="1"/>
          <dgm:bulletEnabled val="1"/>
        </dgm:presLayoutVars>
      </dgm:prSet>
      <dgm:spPr/>
    </dgm:pt>
    <dgm:pt modelId="{0B5B0DF7-6823-8941-9241-941B388E06A3}" type="pres">
      <dgm:prSet presAssocID="{22A776CA-3EA6-D240-8A5C-890A7284DC12}" presName="ConnectLine" presStyleLbl="sibTrans1D1" presStyleIdx="0" presStyleCnt="5"/>
      <dgm:spPr/>
    </dgm:pt>
    <dgm:pt modelId="{36D57CAB-850B-1F4C-A28F-B01BFAE0FE42}" type="pres">
      <dgm:prSet presAssocID="{22A776CA-3EA6-D240-8A5C-890A7284DC12}" presName="EmptyPlaceHolder" presStyleCnt="0"/>
      <dgm:spPr/>
    </dgm:pt>
    <dgm:pt modelId="{23AD2E7B-57F8-5349-8AFC-86605D1B243E}" type="pres">
      <dgm:prSet presAssocID="{E7655643-15B9-0E4A-AE50-0EFD72A380AB}" presName="spaceBetweenRectangles" presStyleCnt="0"/>
      <dgm:spPr/>
    </dgm:pt>
    <dgm:pt modelId="{5E783199-5602-4E4A-AB7B-5854CFBC396F}" type="pres">
      <dgm:prSet presAssocID="{4B701C30-CBC4-F74C-B69F-A2B0F8088611}" presName="composite" presStyleCnt="0"/>
      <dgm:spPr/>
    </dgm:pt>
    <dgm:pt modelId="{5CAD49C8-0377-4840-85DF-045E491F071D}" type="pres">
      <dgm:prSet presAssocID="{4B701C30-CBC4-F74C-B69F-A2B0F8088611}" presName="ConnectorPoint" presStyleLbl="lnNode1" presStyleIdx="1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2404D4A-3024-F443-9E2A-D214B7B7D065}" type="pres">
      <dgm:prSet presAssocID="{4B701C30-CBC4-F74C-B69F-A2B0F8088611}" presName="DropPinPlaceHolder" presStyleCnt="0"/>
      <dgm:spPr/>
    </dgm:pt>
    <dgm:pt modelId="{5BA6E4F0-1EE3-6641-A076-B38B8B356075}" type="pres">
      <dgm:prSet presAssocID="{4B701C30-CBC4-F74C-B69F-A2B0F8088611}" presName="DropPin" presStyleLbl="revTx" presStyleIdx="3" presStyleCnt="15"/>
      <dgm:spPr/>
    </dgm:pt>
    <dgm:pt modelId="{8D62328A-2B02-5D43-B4C4-172D2E7134E8}" type="pres">
      <dgm:prSet presAssocID="{4B701C30-CBC4-F74C-B69F-A2B0F8088611}" presName="Ellipse" presStyleLbl="node2" presStyleIdx="1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88E7D9C6-E44E-EB49-A89A-43DFED9067EA}" type="pres">
      <dgm:prSet presAssocID="{4B701C30-CBC4-F74C-B69F-A2B0F8088611}" presName="L2TextContainer" presStyleLbl="revTx" presStyleIdx="4" presStyleCnt="15">
        <dgm:presLayoutVars>
          <dgm:bulletEnabled val="1"/>
        </dgm:presLayoutVars>
      </dgm:prSet>
      <dgm:spPr/>
    </dgm:pt>
    <dgm:pt modelId="{E66A1F47-8F0F-424E-8520-B0DFF8228675}" type="pres">
      <dgm:prSet presAssocID="{4B701C30-CBC4-F74C-B69F-A2B0F8088611}" presName="L1TextContainer" presStyleLbl="revTx" presStyleIdx="5" presStyleCnt="15" custLinFactNeighborX="-3406" custLinFactNeighborY="-55052">
        <dgm:presLayoutVars>
          <dgm:chMax val="1"/>
          <dgm:chPref val="1"/>
          <dgm:bulletEnabled val="1"/>
        </dgm:presLayoutVars>
      </dgm:prSet>
      <dgm:spPr/>
    </dgm:pt>
    <dgm:pt modelId="{0F025750-D1CA-674E-8473-279C851017EF}" type="pres">
      <dgm:prSet presAssocID="{4B701C30-CBC4-F74C-B69F-A2B0F8088611}" presName="ConnectLine" presStyleLbl="sibTrans1D1" presStyleIdx="1" presStyleCnt="5"/>
      <dgm:spPr/>
    </dgm:pt>
    <dgm:pt modelId="{25AF1AFE-D39F-1244-95C7-B85669027271}" type="pres">
      <dgm:prSet presAssocID="{4B701C30-CBC4-F74C-B69F-A2B0F8088611}" presName="EmptyPlaceHolder" presStyleCnt="0"/>
      <dgm:spPr/>
    </dgm:pt>
    <dgm:pt modelId="{1FDDB15D-AFE6-6B42-93EA-9E0283785A61}" type="pres">
      <dgm:prSet presAssocID="{2CB3383A-BDD3-BD44-9FDD-BA94E6B4E3EF}" presName="spaceBetweenRectangles" presStyleCnt="0"/>
      <dgm:spPr/>
    </dgm:pt>
    <dgm:pt modelId="{7AE57997-7AC6-474C-AA39-06F7C53E22EF}" type="pres">
      <dgm:prSet presAssocID="{7A9917A2-2235-264F-BA0F-A45C778F9C92}" presName="composite" presStyleCnt="0"/>
      <dgm:spPr/>
    </dgm:pt>
    <dgm:pt modelId="{4059BA34-694B-9A44-A97E-BC7B22604ADB}" type="pres">
      <dgm:prSet presAssocID="{7A9917A2-2235-264F-BA0F-A45C778F9C92}" presName="ConnectorPoint" presStyleLbl="lnNode1" presStyleIdx="2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4EA0526-2C06-784A-8401-94E3481EA139}" type="pres">
      <dgm:prSet presAssocID="{7A9917A2-2235-264F-BA0F-A45C778F9C92}" presName="DropPinPlaceHolder" presStyleCnt="0"/>
      <dgm:spPr/>
    </dgm:pt>
    <dgm:pt modelId="{85154F22-95E8-2345-8893-7FAA8A944438}" type="pres">
      <dgm:prSet presAssocID="{7A9917A2-2235-264F-BA0F-A45C778F9C92}" presName="DropPin" presStyleLbl="revTx" presStyleIdx="6" presStyleCnt="15"/>
      <dgm:spPr/>
    </dgm:pt>
    <dgm:pt modelId="{C68D5092-565F-DB42-A69A-3B2B8481A96C}" type="pres">
      <dgm:prSet presAssocID="{7A9917A2-2235-264F-BA0F-A45C778F9C92}" presName="Ellipse" presStyleLbl="node2" presStyleIdx="2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9C0E88E-F06D-704A-A5B4-37C46BD218AC}" type="pres">
      <dgm:prSet presAssocID="{7A9917A2-2235-264F-BA0F-A45C778F9C92}" presName="L2TextContainer" presStyleLbl="revTx" presStyleIdx="7" presStyleCnt="15">
        <dgm:presLayoutVars>
          <dgm:bulletEnabled val="1"/>
        </dgm:presLayoutVars>
      </dgm:prSet>
      <dgm:spPr/>
    </dgm:pt>
    <dgm:pt modelId="{7ECDF29D-630E-054D-89F5-8EEFAF03091C}" type="pres">
      <dgm:prSet presAssocID="{7A9917A2-2235-264F-BA0F-A45C778F9C92}" presName="L1TextContainer" presStyleLbl="revTx" presStyleIdx="8" presStyleCnt="15">
        <dgm:presLayoutVars>
          <dgm:chMax val="1"/>
          <dgm:chPref val="1"/>
          <dgm:bulletEnabled val="1"/>
        </dgm:presLayoutVars>
      </dgm:prSet>
      <dgm:spPr/>
    </dgm:pt>
    <dgm:pt modelId="{72FCCC66-B51A-694F-A7FF-03851C21FB57}" type="pres">
      <dgm:prSet presAssocID="{7A9917A2-2235-264F-BA0F-A45C778F9C92}" presName="ConnectLine" presStyleLbl="sibTrans1D1" presStyleIdx="2" presStyleCnt="5"/>
      <dgm:spPr/>
    </dgm:pt>
    <dgm:pt modelId="{0582977B-3CC8-3C4B-A9A4-2DB30EB60FC8}" type="pres">
      <dgm:prSet presAssocID="{7A9917A2-2235-264F-BA0F-A45C778F9C92}" presName="EmptyPlaceHolder" presStyleCnt="0"/>
      <dgm:spPr/>
    </dgm:pt>
    <dgm:pt modelId="{DD63ED1E-3B5C-964D-9030-93A33684F902}" type="pres">
      <dgm:prSet presAssocID="{8EE094C3-05A6-AA46-8BB7-988AAAB0F84C}" presName="spaceBetweenRectangles" presStyleCnt="0"/>
      <dgm:spPr/>
    </dgm:pt>
    <dgm:pt modelId="{E8724C0F-C23A-A644-B806-CB2F0A5A07F6}" type="pres">
      <dgm:prSet presAssocID="{5537E344-BA3C-0D44-BFE5-00F29414D2B6}" presName="composite" presStyleCnt="0"/>
      <dgm:spPr/>
    </dgm:pt>
    <dgm:pt modelId="{6EEFBC05-2FE7-394D-AC30-502DA1C37EBC}" type="pres">
      <dgm:prSet presAssocID="{5537E344-BA3C-0D44-BFE5-00F29414D2B6}" presName="ConnectorPoint" presStyleLbl="lnNode1" presStyleIdx="3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2489115-A898-4C4E-B2B8-46675C28BF6B}" type="pres">
      <dgm:prSet presAssocID="{5537E344-BA3C-0D44-BFE5-00F29414D2B6}" presName="DropPinPlaceHolder" presStyleCnt="0"/>
      <dgm:spPr/>
    </dgm:pt>
    <dgm:pt modelId="{DBBB5AED-0FBB-BF42-9943-860FA47045A7}" type="pres">
      <dgm:prSet presAssocID="{5537E344-BA3C-0D44-BFE5-00F29414D2B6}" presName="DropPin" presStyleLbl="revTx" presStyleIdx="9" presStyleCnt="15"/>
      <dgm:spPr/>
    </dgm:pt>
    <dgm:pt modelId="{2BFBFB77-EC3B-7748-8304-980B44F8D99D}" type="pres">
      <dgm:prSet presAssocID="{5537E344-BA3C-0D44-BFE5-00F29414D2B6}" presName="Ellipse" presStyleLbl="node2" presStyleIdx="3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3DA2D73-D90F-5345-A0EE-2F97CDA179A0}" type="pres">
      <dgm:prSet presAssocID="{5537E344-BA3C-0D44-BFE5-00F29414D2B6}" presName="L2TextContainer" presStyleLbl="revTx" presStyleIdx="10" presStyleCnt="15">
        <dgm:presLayoutVars>
          <dgm:bulletEnabled val="1"/>
        </dgm:presLayoutVars>
      </dgm:prSet>
      <dgm:spPr/>
    </dgm:pt>
    <dgm:pt modelId="{9A782C98-9792-7E43-B64C-55FD169640AB}" type="pres">
      <dgm:prSet presAssocID="{5537E344-BA3C-0D44-BFE5-00F29414D2B6}" presName="L1TextContainer" presStyleLbl="revTx" presStyleIdx="11" presStyleCnt="15" custLinFactNeighborX="-1704" custLinFactNeighborY="-57347">
        <dgm:presLayoutVars>
          <dgm:chMax val="1"/>
          <dgm:chPref val="1"/>
          <dgm:bulletEnabled val="1"/>
        </dgm:presLayoutVars>
      </dgm:prSet>
      <dgm:spPr/>
    </dgm:pt>
    <dgm:pt modelId="{5EF7911D-8CD9-E642-A181-DE834F4D3360}" type="pres">
      <dgm:prSet presAssocID="{5537E344-BA3C-0D44-BFE5-00F29414D2B6}" presName="ConnectLine" presStyleLbl="sibTrans1D1" presStyleIdx="3" presStyleCnt="5"/>
      <dgm:spPr/>
    </dgm:pt>
    <dgm:pt modelId="{FE23C8BC-4F9F-C140-A247-3C0F9A27CDB3}" type="pres">
      <dgm:prSet presAssocID="{5537E344-BA3C-0D44-BFE5-00F29414D2B6}" presName="EmptyPlaceHolder" presStyleCnt="0"/>
      <dgm:spPr/>
    </dgm:pt>
    <dgm:pt modelId="{A4B01E1C-CAB7-D549-BD93-F31CFC66934E}" type="pres">
      <dgm:prSet presAssocID="{06C15A24-D6FF-5D45-9980-3231A00470ED}" presName="spaceBetweenRectangles" presStyleCnt="0"/>
      <dgm:spPr/>
    </dgm:pt>
    <dgm:pt modelId="{D2EEFAF6-BBC1-B64F-9D91-D5FBDE9BA298}" type="pres">
      <dgm:prSet presAssocID="{36CCA186-A34B-C049-84DB-458F1AF04421}" presName="composite" presStyleCnt="0"/>
      <dgm:spPr/>
    </dgm:pt>
    <dgm:pt modelId="{D8D5E307-98DB-2F43-8348-D531676B834C}" type="pres">
      <dgm:prSet presAssocID="{36CCA186-A34B-C049-84DB-458F1AF04421}" presName="ConnectorPoint" presStyleLbl="lnNode1" presStyleIdx="4" presStyleCnt="5"/>
      <dgm:spPr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B9D0A6A0-AC0C-3440-BEEC-068F3CD119F5}" type="pres">
      <dgm:prSet presAssocID="{36CCA186-A34B-C049-84DB-458F1AF04421}" presName="DropPinPlaceHolder" presStyleCnt="0"/>
      <dgm:spPr/>
    </dgm:pt>
    <dgm:pt modelId="{0D8DEAA6-67B5-E34A-AC73-BCE1E0D72C4B}" type="pres">
      <dgm:prSet presAssocID="{36CCA186-A34B-C049-84DB-458F1AF04421}" presName="DropPin" presStyleLbl="revTx" presStyleIdx="12" presStyleCnt="15"/>
      <dgm:spPr/>
    </dgm:pt>
    <dgm:pt modelId="{138C6968-87D0-C948-9353-089F96CE700A}" type="pres">
      <dgm:prSet presAssocID="{36CCA186-A34B-C049-84DB-458F1AF04421}" presName="Ellipse" presStyleLbl="node2" presStyleIdx="4" presStyleCnt="5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229D5DA-4E18-7D4E-9939-55A1925A2B59}" type="pres">
      <dgm:prSet presAssocID="{36CCA186-A34B-C049-84DB-458F1AF04421}" presName="L2TextContainer" presStyleLbl="revTx" presStyleIdx="13" presStyleCnt="15">
        <dgm:presLayoutVars>
          <dgm:bulletEnabled val="1"/>
        </dgm:presLayoutVars>
      </dgm:prSet>
      <dgm:spPr/>
    </dgm:pt>
    <dgm:pt modelId="{0450275A-29A8-0D43-A9E6-2EF1F7A716EA}" type="pres">
      <dgm:prSet presAssocID="{36CCA186-A34B-C049-84DB-458F1AF04421}" presName="L1TextContainer" presStyleLbl="revTx" presStyleIdx="14" presStyleCnt="15">
        <dgm:presLayoutVars>
          <dgm:chMax val="1"/>
          <dgm:chPref val="1"/>
          <dgm:bulletEnabled val="1"/>
        </dgm:presLayoutVars>
      </dgm:prSet>
      <dgm:spPr/>
    </dgm:pt>
    <dgm:pt modelId="{DC829EF8-1948-5A46-A3E0-FA1892B68A94}" type="pres">
      <dgm:prSet presAssocID="{36CCA186-A34B-C049-84DB-458F1AF04421}" presName="ConnectLine" presStyleLbl="sibTrans1D1" presStyleIdx="4" presStyleCnt="5"/>
      <dgm:spPr/>
    </dgm:pt>
    <dgm:pt modelId="{32ADEE4D-45DD-6947-86AD-DCAD5F61B579}" type="pres">
      <dgm:prSet presAssocID="{36CCA186-A34B-C049-84DB-458F1AF04421}" presName="EmptyPlaceHolder" presStyleCnt="0"/>
      <dgm:spPr/>
    </dgm:pt>
  </dgm:ptLst>
  <dgm:cxnLst>
    <dgm:cxn modelId="{1512CA02-E0AC-B744-8106-7329420D5667}" srcId="{5537E344-BA3C-0D44-BFE5-00F29414D2B6}" destId="{961EB723-0ED4-C14B-BECB-6B1E0C599EAC}" srcOrd="2" destOrd="0" parTransId="{EA144B7F-9BF9-B643-8AB9-C251358BC96B}" sibTransId="{89F281DF-BE1E-FD43-A0B6-1676654D1588}"/>
    <dgm:cxn modelId="{F678DD0C-9B89-4E4D-A924-EA2A006F29B3}" type="presOf" srcId="{FA782F94-5557-5849-BA07-CB7FD3FAD152}" destId="{88E7D9C6-E44E-EB49-A89A-43DFED9067EA}" srcOrd="0" destOrd="5" presId="urn:microsoft.com/office/officeart/2024/3/layout/BulletTimelineVariant1"/>
    <dgm:cxn modelId="{E4EC130E-ECDD-D249-9D46-D4D8C73BBBAC}" type="presOf" srcId="{36CCA186-A34B-C049-84DB-458F1AF04421}" destId="{0450275A-29A8-0D43-A9E6-2EF1F7A716EA}" srcOrd="0" destOrd="0" presId="urn:microsoft.com/office/officeart/2024/3/layout/BulletTimelineVariant1"/>
    <dgm:cxn modelId="{936B2C0F-812B-3C40-8DCA-C9A85A83BEBE}" srcId="{5331B5B1-0A26-AE45-A6A5-FBE221EC72D2}" destId="{5537E344-BA3C-0D44-BFE5-00F29414D2B6}" srcOrd="3" destOrd="0" parTransId="{C7C684F9-4105-6042-921A-F9778CB145ED}" sibTransId="{06C15A24-D6FF-5D45-9980-3231A00470ED}"/>
    <dgm:cxn modelId="{98204B25-E0BC-2E49-9AC9-A469A27B71A0}" type="presOf" srcId="{E96B44FF-19BC-CC4B-8D0B-D3816DE7B934}" destId="{88E7D9C6-E44E-EB49-A89A-43DFED9067EA}" srcOrd="0" destOrd="0" presId="urn:microsoft.com/office/officeart/2024/3/layout/BulletTimelineVariant1"/>
    <dgm:cxn modelId="{F32E5F2D-EDCC-764C-BD09-9628193E150F}" srcId="{7A9917A2-2235-264F-BA0F-A45C778F9C92}" destId="{6C0EB832-BC6E-4A48-A9F3-93F0D34F43B3}" srcOrd="2" destOrd="0" parTransId="{FAFB1262-0677-774A-888B-33F8B77C4DAD}" sibTransId="{D49CCA5C-E8A9-9F42-91A7-B0243E14F7FA}"/>
    <dgm:cxn modelId="{3351F535-8DD5-844C-BC98-C450BE8F8781}" type="presOf" srcId="{15BE0DD2-E642-9449-B51B-709ACF195DDA}" destId="{88E7D9C6-E44E-EB49-A89A-43DFED9067EA}" srcOrd="0" destOrd="4" presId="urn:microsoft.com/office/officeart/2024/3/layout/BulletTimelineVariant1"/>
    <dgm:cxn modelId="{054F0E37-7D08-F447-9FF0-EAD07ECECBAC}" type="presOf" srcId="{C6A5C320-E380-B24D-A6B1-45CE5523ABC0}" destId="{88E7D9C6-E44E-EB49-A89A-43DFED9067EA}" srcOrd="0" destOrd="1" presId="urn:microsoft.com/office/officeart/2024/3/layout/BulletTimelineVariant1"/>
    <dgm:cxn modelId="{9D046943-361F-604E-9F84-3D0DAE04FE68}" type="presOf" srcId="{4B701C30-CBC4-F74C-B69F-A2B0F8088611}" destId="{E66A1F47-8F0F-424E-8520-B0DFF8228675}" srcOrd="0" destOrd="0" presId="urn:microsoft.com/office/officeart/2024/3/layout/BulletTimelineVariant1"/>
    <dgm:cxn modelId="{B20DA450-F746-0349-8E7A-713EA7C98D5D}" type="presOf" srcId="{DE94155D-C657-024D-9556-6BC98A45B7AD}" destId="{88E7D9C6-E44E-EB49-A89A-43DFED9067EA}" srcOrd="0" destOrd="3" presId="urn:microsoft.com/office/officeart/2024/3/layout/BulletTimelineVariant1"/>
    <dgm:cxn modelId="{71A4EA52-6C38-4046-B13C-B39B02E811A5}" srcId="{7A9917A2-2235-264F-BA0F-A45C778F9C92}" destId="{86081BC6-99E2-F242-99B9-A0226A8705D3}" srcOrd="0" destOrd="0" parTransId="{1717C3F2-AA24-7442-912D-CC19DCB109DA}" sibTransId="{0E8291A2-7B1D-074C-B0FB-80CE086A472E}"/>
    <dgm:cxn modelId="{1D8CF755-7F92-724C-85AB-E1B47B1BB2AC}" type="presOf" srcId="{C8DB334F-9916-5F42-A6A8-7B149DC05967}" destId="{F76C2793-B48A-8F47-8D93-2207F7F9DE61}" srcOrd="0" destOrd="0" presId="urn:microsoft.com/office/officeart/2024/3/layout/BulletTimelineVariant1"/>
    <dgm:cxn modelId="{16BE456A-ABAE-0940-9ECA-B5CAD015F615}" srcId="{5331B5B1-0A26-AE45-A6A5-FBE221EC72D2}" destId="{4B701C30-CBC4-F74C-B69F-A2B0F8088611}" srcOrd="1" destOrd="0" parTransId="{5D32FFA5-48B5-6849-BB01-93287DAA3C2D}" sibTransId="{2CB3383A-BDD3-BD44-9FDD-BA94E6B4E3EF}"/>
    <dgm:cxn modelId="{514EA66B-B3BD-F645-BC56-63513B49FB9A}" type="presOf" srcId="{D79EBA1D-C22C-0341-A955-6957EDF8DEE8}" destId="{63DA2D73-D90F-5345-A0EE-2F97CDA179A0}" srcOrd="0" destOrd="0" presId="urn:microsoft.com/office/officeart/2024/3/layout/BulletTimelineVariant1"/>
    <dgm:cxn modelId="{5530F76C-A7E9-AF48-A4D8-9F991BE78D8C}" srcId="{7A9917A2-2235-264F-BA0F-A45C778F9C92}" destId="{3A78AA4B-66CB-9545-874C-858F031BC077}" srcOrd="1" destOrd="0" parTransId="{22AD463A-A436-AE41-BEB9-398E10CA04D8}" sibTransId="{A4BB4A99-1002-4446-B17D-EDD2015E1B52}"/>
    <dgm:cxn modelId="{DEB96A6E-331D-7247-AA47-0CD143932BF6}" type="presOf" srcId="{86081BC6-99E2-F242-99B9-A0226A8705D3}" destId="{59C0E88E-F06D-704A-A5B4-37C46BD218AC}" srcOrd="0" destOrd="0" presId="urn:microsoft.com/office/officeart/2024/3/layout/BulletTimelineVariant1"/>
    <dgm:cxn modelId="{DC1AC581-D3A5-EF41-892F-56706BFFF494}" srcId="{5537E344-BA3C-0D44-BFE5-00F29414D2B6}" destId="{D79EBA1D-C22C-0341-A955-6957EDF8DEE8}" srcOrd="0" destOrd="0" parTransId="{8289519F-089F-F742-A4B9-9C47B10AD1F3}" sibTransId="{259183D6-8A38-A94B-89B1-0F7C57C47C72}"/>
    <dgm:cxn modelId="{15868B84-75FF-8049-B845-AEC5EA39C9D4}" srcId="{5537E344-BA3C-0D44-BFE5-00F29414D2B6}" destId="{2A787865-AC91-4B42-B021-F1B8C8F4AE1E}" srcOrd="4" destOrd="0" parTransId="{6DA6D6E5-696D-DF4A-925B-E0E018423BC6}" sibTransId="{4C233A45-8D52-E849-8980-8A5841AF4F7C}"/>
    <dgm:cxn modelId="{BEF2CB84-AF22-BE47-8F18-A2B6C150F6A4}" srcId="{4B701C30-CBC4-F74C-B69F-A2B0F8088611}" destId="{15BE0DD2-E642-9449-B51B-709ACF195DDA}" srcOrd="4" destOrd="0" parTransId="{01EC5B00-E4CF-2744-AFE8-E6B8C178962C}" sibTransId="{D0D232F6-BD16-7245-AC64-11F71A8C5F3C}"/>
    <dgm:cxn modelId="{B6E99B87-6BBD-A94C-B300-E068E135E8CB}" srcId="{22A776CA-3EA6-D240-8A5C-890A7284DC12}" destId="{C8DB334F-9916-5F42-A6A8-7B149DC05967}" srcOrd="0" destOrd="0" parTransId="{1D75C18C-68B7-7349-BB0A-A81E1AC1101B}" sibTransId="{467289C7-80B4-7D47-BD62-9CA91DB450FB}"/>
    <dgm:cxn modelId="{B4C11995-2A0B-1447-861F-CD02073B57E0}" srcId="{5331B5B1-0A26-AE45-A6A5-FBE221EC72D2}" destId="{22A776CA-3EA6-D240-8A5C-890A7284DC12}" srcOrd="0" destOrd="0" parTransId="{96363B28-391D-4547-82F1-F30C58DF81E8}" sibTransId="{E7655643-15B9-0E4A-AE50-0EFD72A380AB}"/>
    <dgm:cxn modelId="{CD8F789E-C1FA-9B40-8F8C-0560CD3D10CD}" type="presOf" srcId="{786BE042-DF0C-384C-ACB1-8D219142C0F4}" destId="{88E7D9C6-E44E-EB49-A89A-43DFED9067EA}" srcOrd="0" destOrd="2" presId="urn:microsoft.com/office/officeart/2024/3/layout/BulletTimelineVariant1"/>
    <dgm:cxn modelId="{CCA789A0-F5AB-3846-B7E2-1A82E6EDE139}" type="presOf" srcId="{9A6B88E7-B2AB-8146-AEBB-FF86DCA0D6C9}" destId="{63DA2D73-D90F-5345-A0EE-2F97CDA179A0}" srcOrd="0" destOrd="3" presId="urn:microsoft.com/office/officeart/2024/3/layout/BulletTimelineVariant1"/>
    <dgm:cxn modelId="{09F156A1-6C81-C448-B6AE-45F6D694F73C}" srcId="{4B701C30-CBC4-F74C-B69F-A2B0F8088611}" destId="{FA782F94-5557-5849-BA07-CB7FD3FAD152}" srcOrd="5" destOrd="0" parTransId="{1AEA3E69-51FC-5449-854A-A590056B9818}" sibTransId="{197B1995-F37B-B746-91D1-6D47C1B8B4F6}"/>
    <dgm:cxn modelId="{F601FAA2-8761-E541-A570-5D873838E74C}" type="presOf" srcId="{961EB723-0ED4-C14B-BECB-6B1E0C599EAC}" destId="{63DA2D73-D90F-5345-A0EE-2F97CDA179A0}" srcOrd="0" destOrd="2" presId="urn:microsoft.com/office/officeart/2024/3/layout/BulletTimelineVariant1"/>
    <dgm:cxn modelId="{112554A4-BC6D-8144-BC7A-817CFF8B4819}" type="presOf" srcId="{5537E344-BA3C-0D44-BFE5-00F29414D2B6}" destId="{9A782C98-9792-7E43-B64C-55FD169640AB}" srcOrd="0" destOrd="0" presId="urn:microsoft.com/office/officeart/2024/3/layout/BulletTimelineVariant1"/>
    <dgm:cxn modelId="{2812F2A5-BAF2-9F43-9D67-A7FCC596E14E}" type="presOf" srcId="{7A9917A2-2235-264F-BA0F-A45C778F9C92}" destId="{7ECDF29D-630E-054D-89F5-8EEFAF03091C}" srcOrd="0" destOrd="0" presId="urn:microsoft.com/office/officeart/2024/3/layout/BulletTimelineVariant1"/>
    <dgm:cxn modelId="{F14216AB-E152-DF46-B279-287EC7522EA7}" srcId="{5537E344-BA3C-0D44-BFE5-00F29414D2B6}" destId="{9A6B88E7-B2AB-8146-AEBB-FF86DCA0D6C9}" srcOrd="3" destOrd="0" parTransId="{D250AFB8-AA93-4C43-B5E9-43354299D317}" sibTransId="{33B9A0D0-F580-0D49-B25C-6A1288011AEE}"/>
    <dgm:cxn modelId="{2D0CC9AC-2F77-8A4A-9B38-F391D2E951F4}" srcId="{5537E344-BA3C-0D44-BFE5-00F29414D2B6}" destId="{173A5FE8-3407-3044-8E1A-47FB315238C6}" srcOrd="1" destOrd="0" parTransId="{641D6840-345B-F44E-8237-C51EA1D0D2FE}" sibTransId="{3DF2E1AA-CF64-DA4C-BBC7-A36D28EB04A7}"/>
    <dgm:cxn modelId="{38F69AAE-220D-0A46-A1D3-475CF22E1BD4}" srcId="{5331B5B1-0A26-AE45-A6A5-FBE221EC72D2}" destId="{7A9917A2-2235-264F-BA0F-A45C778F9C92}" srcOrd="2" destOrd="0" parTransId="{C56928DA-625B-E741-9FF6-E46477AD3B8E}" sibTransId="{8EE094C3-05A6-AA46-8BB7-988AAAB0F84C}"/>
    <dgm:cxn modelId="{CB2078B2-FDD5-6D44-9359-6317A2AAB195}" srcId="{4B701C30-CBC4-F74C-B69F-A2B0F8088611}" destId="{786BE042-DF0C-384C-ACB1-8D219142C0F4}" srcOrd="2" destOrd="0" parTransId="{185E6E1F-773B-D245-85A7-A1C1F22422DC}" sibTransId="{17A60FC6-9B12-B542-86F8-72FA78E791B2}"/>
    <dgm:cxn modelId="{9CD1F7B8-EF9A-B64E-8F45-C769A4971423}" type="presOf" srcId="{22A776CA-3EA6-D240-8A5C-890A7284DC12}" destId="{141461D7-D460-C944-B666-B2AABF27A842}" srcOrd="0" destOrd="0" presId="urn:microsoft.com/office/officeart/2024/3/layout/BulletTimelineVariant1"/>
    <dgm:cxn modelId="{C626F8BC-14BB-084C-A53A-8F2F1ECA62F4}" srcId="{5331B5B1-0A26-AE45-A6A5-FBE221EC72D2}" destId="{36CCA186-A34B-C049-84DB-458F1AF04421}" srcOrd="4" destOrd="0" parTransId="{29C32F99-223D-B34D-9221-00E42784B181}" sibTransId="{D91717B6-DA7F-E74E-82DB-A31A3146FE5C}"/>
    <dgm:cxn modelId="{3B24C6C7-E5E6-5640-9E45-DAE50C0FDB97}" type="presOf" srcId="{5331B5B1-0A26-AE45-A6A5-FBE221EC72D2}" destId="{F1522707-C6D0-8B41-9BC1-B39902E87C7F}" srcOrd="0" destOrd="0" presId="urn:microsoft.com/office/officeart/2024/3/layout/BulletTimelineVariant1"/>
    <dgm:cxn modelId="{0323B2CC-8E77-4746-8451-56FAFCA82B65}" type="presOf" srcId="{77CE2E75-EEDD-7D47-86C5-04AEB5FB80B7}" destId="{59C0E88E-F06D-704A-A5B4-37C46BD218AC}" srcOrd="0" destOrd="3" presId="urn:microsoft.com/office/officeart/2024/3/layout/BulletTimelineVariant1"/>
    <dgm:cxn modelId="{CAEF19D3-99AE-4148-BCE5-BB198B231432}" type="presOf" srcId="{3A78AA4B-66CB-9545-874C-858F031BC077}" destId="{59C0E88E-F06D-704A-A5B4-37C46BD218AC}" srcOrd="0" destOrd="1" presId="urn:microsoft.com/office/officeart/2024/3/layout/BulletTimelineVariant1"/>
    <dgm:cxn modelId="{16D8BDD4-B844-4C48-9B06-37B4D72947A3}" type="presOf" srcId="{2A787865-AC91-4B42-B021-F1B8C8F4AE1E}" destId="{63DA2D73-D90F-5345-A0EE-2F97CDA179A0}" srcOrd="0" destOrd="4" presId="urn:microsoft.com/office/officeart/2024/3/layout/BulletTimelineVariant1"/>
    <dgm:cxn modelId="{F0C03BD5-A642-7649-9FC7-1B7457FC8112}" type="presOf" srcId="{85D8D463-6B78-D047-A9A7-0941070494B6}" destId="{1229D5DA-4E18-7D4E-9939-55A1925A2B59}" srcOrd="0" destOrd="0" presId="urn:microsoft.com/office/officeart/2024/3/layout/BulletTimelineVariant1"/>
    <dgm:cxn modelId="{1BAD85D5-61A9-9F46-8132-DF5FE6643D7C}" type="presOf" srcId="{173A5FE8-3407-3044-8E1A-47FB315238C6}" destId="{63DA2D73-D90F-5345-A0EE-2F97CDA179A0}" srcOrd="0" destOrd="1" presId="urn:microsoft.com/office/officeart/2024/3/layout/BulletTimelineVariant1"/>
    <dgm:cxn modelId="{037AF7DC-2AA5-F640-BDAF-B622687AE42E}" srcId="{36CCA186-A34B-C049-84DB-458F1AF04421}" destId="{85D8D463-6B78-D047-A9A7-0941070494B6}" srcOrd="0" destOrd="0" parTransId="{C2AF4D99-F918-5B42-AD92-304DA57ED0DF}" sibTransId="{526C240C-7BFC-E94B-855C-A04B25C8B312}"/>
    <dgm:cxn modelId="{946879E1-347A-494E-BE2B-2A82BB360095}" type="presOf" srcId="{6C0EB832-BC6E-4A48-A9F3-93F0D34F43B3}" destId="{59C0E88E-F06D-704A-A5B4-37C46BD218AC}" srcOrd="0" destOrd="2" presId="urn:microsoft.com/office/officeart/2024/3/layout/BulletTimelineVariant1"/>
    <dgm:cxn modelId="{ECB79DF3-B5B5-FB4E-9FE0-790FE3BDB139}" srcId="{7A9917A2-2235-264F-BA0F-A45C778F9C92}" destId="{77CE2E75-EEDD-7D47-86C5-04AEB5FB80B7}" srcOrd="3" destOrd="0" parTransId="{8040003E-CF96-5948-B11D-71F1054F71CA}" sibTransId="{373116B9-11D2-DF41-8756-DF4F50CD8F75}"/>
    <dgm:cxn modelId="{EC15D0F6-D445-9740-B8B4-C9E4755D5150}" srcId="{4B701C30-CBC4-F74C-B69F-A2B0F8088611}" destId="{E96B44FF-19BC-CC4B-8D0B-D3816DE7B934}" srcOrd="0" destOrd="0" parTransId="{1E248789-4C2B-0043-8B71-BFC00AA3475A}" sibTransId="{16BBBA08-36B1-FC40-9B4F-F1736A7DE976}"/>
    <dgm:cxn modelId="{D7D637F7-93F5-E644-9115-B40A839A1EB1}" srcId="{4B701C30-CBC4-F74C-B69F-A2B0F8088611}" destId="{C6A5C320-E380-B24D-A6B1-45CE5523ABC0}" srcOrd="1" destOrd="0" parTransId="{1B40FF38-9E0C-4447-A035-D9CB333676DB}" sibTransId="{EECE06C1-E902-AF41-855B-F5DA78E9A8E4}"/>
    <dgm:cxn modelId="{0FFEB7F8-F103-5E4C-866B-6EAE60D34A19}" srcId="{4B701C30-CBC4-F74C-B69F-A2B0F8088611}" destId="{DE94155D-C657-024D-9556-6BC98A45B7AD}" srcOrd="3" destOrd="0" parTransId="{5AA7468B-0F82-E545-B68C-14DA7DB89EEB}" sibTransId="{5C5E53B8-5A96-7F4B-98F6-9F6E976E15B9}"/>
    <dgm:cxn modelId="{5F40C67E-F591-1F4D-8E17-D5084B49A5A9}" type="presParOf" srcId="{F1522707-C6D0-8B41-9BC1-B39902E87C7F}" destId="{637410D8-3D52-994B-8BFA-7C20CA5AAAEE}" srcOrd="0" destOrd="0" presId="urn:microsoft.com/office/officeart/2024/3/layout/BulletTimelineVariant1"/>
    <dgm:cxn modelId="{B75B8451-95DF-FB41-BA95-52E8BCCD6A02}" type="presParOf" srcId="{F1522707-C6D0-8B41-9BC1-B39902E87C7F}" destId="{0EB6BE76-F0A1-8742-8629-ADD42BA40A71}" srcOrd="1" destOrd="0" presId="urn:microsoft.com/office/officeart/2024/3/layout/BulletTimelineVariant1"/>
    <dgm:cxn modelId="{99759EF7-D11E-7340-A688-3E08B60B1209}" type="presParOf" srcId="{0EB6BE76-F0A1-8742-8629-ADD42BA40A71}" destId="{3A6A46E9-45F2-1046-8316-ED22268BDE56}" srcOrd="0" destOrd="0" presId="urn:microsoft.com/office/officeart/2024/3/layout/BulletTimelineVariant1"/>
    <dgm:cxn modelId="{76903A9C-BE07-9E4F-A7E8-9F181B12CDE3}" type="presParOf" srcId="{3A6A46E9-45F2-1046-8316-ED22268BDE56}" destId="{5313E474-8A68-5F49-9970-9A967992313C}" srcOrd="0" destOrd="0" presId="urn:microsoft.com/office/officeart/2024/3/layout/BulletTimelineVariant1"/>
    <dgm:cxn modelId="{F4456B71-D587-574F-B9BA-A00EB88D324D}" type="presParOf" srcId="{3A6A46E9-45F2-1046-8316-ED22268BDE56}" destId="{78342DBC-9038-3646-8C2B-FAEA52175582}" srcOrd="1" destOrd="0" presId="urn:microsoft.com/office/officeart/2024/3/layout/BulletTimelineVariant1"/>
    <dgm:cxn modelId="{293F48EC-BEE3-9049-AB4E-25CE524CCC8F}" type="presParOf" srcId="{78342DBC-9038-3646-8C2B-FAEA52175582}" destId="{29A16B2B-5E44-144A-AF1D-5715DBE64768}" srcOrd="0" destOrd="0" presId="urn:microsoft.com/office/officeart/2024/3/layout/BulletTimelineVariant1"/>
    <dgm:cxn modelId="{E3EB2F4F-66E5-CD4C-8DCE-67BD1744618F}" type="presParOf" srcId="{78342DBC-9038-3646-8C2B-FAEA52175582}" destId="{2A344D66-5B01-334A-A89E-7FD5F985929D}" srcOrd="1" destOrd="0" presId="urn:microsoft.com/office/officeart/2024/3/layout/BulletTimelineVariant1"/>
    <dgm:cxn modelId="{2EBEAF2B-327C-F54C-B5E2-FF391B915986}" type="presParOf" srcId="{3A6A46E9-45F2-1046-8316-ED22268BDE56}" destId="{F76C2793-B48A-8F47-8D93-2207F7F9DE61}" srcOrd="2" destOrd="0" presId="urn:microsoft.com/office/officeart/2024/3/layout/BulletTimelineVariant1"/>
    <dgm:cxn modelId="{582080B1-9E53-9648-A9C3-197980EC25F2}" type="presParOf" srcId="{3A6A46E9-45F2-1046-8316-ED22268BDE56}" destId="{141461D7-D460-C944-B666-B2AABF27A842}" srcOrd="3" destOrd="0" presId="urn:microsoft.com/office/officeart/2024/3/layout/BulletTimelineVariant1"/>
    <dgm:cxn modelId="{9CAE1F92-6DC0-5147-9F13-F9BF19B1C35D}" type="presParOf" srcId="{3A6A46E9-45F2-1046-8316-ED22268BDE56}" destId="{0B5B0DF7-6823-8941-9241-941B388E06A3}" srcOrd="4" destOrd="0" presId="urn:microsoft.com/office/officeart/2024/3/layout/BulletTimelineVariant1"/>
    <dgm:cxn modelId="{53E3F10B-89FE-914D-8324-822EC083538A}" type="presParOf" srcId="{3A6A46E9-45F2-1046-8316-ED22268BDE56}" destId="{36D57CAB-850B-1F4C-A28F-B01BFAE0FE42}" srcOrd="5" destOrd="0" presId="urn:microsoft.com/office/officeart/2024/3/layout/BulletTimelineVariant1"/>
    <dgm:cxn modelId="{57A2B05B-1571-BD42-859B-F1D66B9D92A6}" type="presParOf" srcId="{0EB6BE76-F0A1-8742-8629-ADD42BA40A71}" destId="{23AD2E7B-57F8-5349-8AFC-86605D1B243E}" srcOrd="1" destOrd="0" presId="urn:microsoft.com/office/officeart/2024/3/layout/BulletTimelineVariant1"/>
    <dgm:cxn modelId="{4A8A5165-8503-5946-8068-2101CA2462BB}" type="presParOf" srcId="{0EB6BE76-F0A1-8742-8629-ADD42BA40A71}" destId="{5E783199-5602-4E4A-AB7B-5854CFBC396F}" srcOrd="2" destOrd="0" presId="urn:microsoft.com/office/officeart/2024/3/layout/BulletTimelineVariant1"/>
    <dgm:cxn modelId="{21BD758C-51FA-FA4F-BB23-EECD8D8937AA}" type="presParOf" srcId="{5E783199-5602-4E4A-AB7B-5854CFBC396F}" destId="{5CAD49C8-0377-4840-85DF-045E491F071D}" srcOrd="0" destOrd="0" presId="urn:microsoft.com/office/officeart/2024/3/layout/BulletTimelineVariant1"/>
    <dgm:cxn modelId="{63DF2362-A1DB-254E-AC47-19454CF3D482}" type="presParOf" srcId="{5E783199-5602-4E4A-AB7B-5854CFBC396F}" destId="{72404D4A-3024-F443-9E2A-D214B7B7D065}" srcOrd="1" destOrd="0" presId="urn:microsoft.com/office/officeart/2024/3/layout/BulletTimelineVariant1"/>
    <dgm:cxn modelId="{F6FAE567-99E5-8D45-8686-375F8EC81BB5}" type="presParOf" srcId="{72404D4A-3024-F443-9E2A-D214B7B7D065}" destId="{5BA6E4F0-1EE3-6641-A076-B38B8B356075}" srcOrd="0" destOrd="0" presId="urn:microsoft.com/office/officeart/2024/3/layout/BulletTimelineVariant1"/>
    <dgm:cxn modelId="{89FE4CC8-EED5-A842-B4CF-1DC82D276A93}" type="presParOf" srcId="{72404D4A-3024-F443-9E2A-D214B7B7D065}" destId="{8D62328A-2B02-5D43-B4C4-172D2E7134E8}" srcOrd="1" destOrd="0" presId="urn:microsoft.com/office/officeart/2024/3/layout/BulletTimelineVariant1"/>
    <dgm:cxn modelId="{D386401C-90EE-8D4C-913C-5F447DFEB8DE}" type="presParOf" srcId="{5E783199-5602-4E4A-AB7B-5854CFBC396F}" destId="{88E7D9C6-E44E-EB49-A89A-43DFED9067EA}" srcOrd="2" destOrd="0" presId="urn:microsoft.com/office/officeart/2024/3/layout/BulletTimelineVariant1"/>
    <dgm:cxn modelId="{94E714D5-3046-234C-A5E9-732B8D768DCE}" type="presParOf" srcId="{5E783199-5602-4E4A-AB7B-5854CFBC396F}" destId="{E66A1F47-8F0F-424E-8520-B0DFF8228675}" srcOrd="3" destOrd="0" presId="urn:microsoft.com/office/officeart/2024/3/layout/BulletTimelineVariant1"/>
    <dgm:cxn modelId="{2C7117D0-83E9-4B49-91AB-AE0EFA351E07}" type="presParOf" srcId="{5E783199-5602-4E4A-AB7B-5854CFBC396F}" destId="{0F025750-D1CA-674E-8473-279C851017EF}" srcOrd="4" destOrd="0" presId="urn:microsoft.com/office/officeart/2024/3/layout/BulletTimelineVariant1"/>
    <dgm:cxn modelId="{BCB143A3-D81F-CB4D-B0A9-532DCBD15126}" type="presParOf" srcId="{5E783199-5602-4E4A-AB7B-5854CFBC396F}" destId="{25AF1AFE-D39F-1244-95C7-B85669027271}" srcOrd="5" destOrd="0" presId="urn:microsoft.com/office/officeart/2024/3/layout/BulletTimelineVariant1"/>
    <dgm:cxn modelId="{2CFB5157-4C92-324D-B3BE-B9B76E706BA9}" type="presParOf" srcId="{0EB6BE76-F0A1-8742-8629-ADD42BA40A71}" destId="{1FDDB15D-AFE6-6B42-93EA-9E0283785A61}" srcOrd="3" destOrd="0" presId="urn:microsoft.com/office/officeart/2024/3/layout/BulletTimelineVariant1"/>
    <dgm:cxn modelId="{6376FFF0-B25A-4940-A8A4-1C0A4995A3E0}" type="presParOf" srcId="{0EB6BE76-F0A1-8742-8629-ADD42BA40A71}" destId="{7AE57997-7AC6-474C-AA39-06F7C53E22EF}" srcOrd="4" destOrd="0" presId="urn:microsoft.com/office/officeart/2024/3/layout/BulletTimelineVariant1"/>
    <dgm:cxn modelId="{921894C7-81A8-0B43-9775-ED1FCB2F63E3}" type="presParOf" srcId="{7AE57997-7AC6-474C-AA39-06F7C53E22EF}" destId="{4059BA34-694B-9A44-A97E-BC7B22604ADB}" srcOrd="0" destOrd="0" presId="urn:microsoft.com/office/officeart/2024/3/layout/BulletTimelineVariant1"/>
    <dgm:cxn modelId="{3F0D514F-EB04-454A-B1F3-4AE7ED3CB1D8}" type="presParOf" srcId="{7AE57997-7AC6-474C-AA39-06F7C53E22EF}" destId="{F4EA0526-2C06-784A-8401-94E3481EA139}" srcOrd="1" destOrd="0" presId="urn:microsoft.com/office/officeart/2024/3/layout/BulletTimelineVariant1"/>
    <dgm:cxn modelId="{AD7E806D-F4F1-8B46-8186-2155CEADBDDB}" type="presParOf" srcId="{F4EA0526-2C06-784A-8401-94E3481EA139}" destId="{85154F22-95E8-2345-8893-7FAA8A944438}" srcOrd="0" destOrd="0" presId="urn:microsoft.com/office/officeart/2024/3/layout/BulletTimelineVariant1"/>
    <dgm:cxn modelId="{8649BEE4-6A2D-044B-A824-092D4B93B7DA}" type="presParOf" srcId="{F4EA0526-2C06-784A-8401-94E3481EA139}" destId="{C68D5092-565F-DB42-A69A-3B2B8481A96C}" srcOrd="1" destOrd="0" presId="urn:microsoft.com/office/officeart/2024/3/layout/BulletTimelineVariant1"/>
    <dgm:cxn modelId="{2ECFF606-48A3-3C49-A3F8-AF90C95D7F91}" type="presParOf" srcId="{7AE57997-7AC6-474C-AA39-06F7C53E22EF}" destId="{59C0E88E-F06D-704A-A5B4-37C46BD218AC}" srcOrd="2" destOrd="0" presId="urn:microsoft.com/office/officeart/2024/3/layout/BulletTimelineVariant1"/>
    <dgm:cxn modelId="{1A171A0B-5CDD-A448-8978-7148AC363632}" type="presParOf" srcId="{7AE57997-7AC6-474C-AA39-06F7C53E22EF}" destId="{7ECDF29D-630E-054D-89F5-8EEFAF03091C}" srcOrd="3" destOrd="0" presId="urn:microsoft.com/office/officeart/2024/3/layout/BulletTimelineVariant1"/>
    <dgm:cxn modelId="{31417A68-6488-354B-9B48-E5E3B241A658}" type="presParOf" srcId="{7AE57997-7AC6-474C-AA39-06F7C53E22EF}" destId="{72FCCC66-B51A-694F-A7FF-03851C21FB57}" srcOrd="4" destOrd="0" presId="urn:microsoft.com/office/officeart/2024/3/layout/BulletTimelineVariant1"/>
    <dgm:cxn modelId="{6770818A-7689-6F4F-84DD-FBCD00D4EFCE}" type="presParOf" srcId="{7AE57997-7AC6-474C-AA39-06F7C53E22EF}" destId="{0582977B-3CC8-3C4B-A9A4-2DB30EB60FC8}" srcOrd="5" destOrd="0" presId="urn:microsoft.com/office/officeart/2024/3/layout/BulletTimelineVariant1"/>
    <dgm:cxn modelId="{A8B8351A-D426-F94D-B2A5-182E07645F2E}" type="presParOf" srcId="{0EB6BE76-F0A1-8742-8629-ADD42BA40A71}" destId="{DD63ED1E-3B5C-964D-9030-93A33684F902}" srcOrd="5" destOrd="0" presId="urn:microsoft.com/office/officeart/2024/3/layout/BulletTimelineVariant1"/>
    <dgm:cxn modelId="{46800AB5-4DC4-AF47-B549-861E392AEABB}" type="presParOf" srcId="{0EB6BE76-F0A1-8742-8629-ADD42BA40A71}" destId="{E8724C0F-C23A-A644-B806-CB2F0A5A07F6}" srcOrd="6" destOrd="0" presId="urn:microsoft.com/office/officeart/2024/3/layout/BulletTimelineVariant1"/>
    <dgm:cxn modelId="{BB568C77-F3B2-E149-BAE8-4FDBF199FB43}" type="presParOf" srcId="{E8724C0F-C23A-A644-B806-CB2F0A5A07F6}" destId="{6EEFBC05-2FE7-394D-AC30-502DA1C37EBC}" srcOrd="0" destOrd="0" presId="urn:microsoft.com/office/officeart/2024/3/layout/BulletTimelineVariant1"/>
    <dgm:cxn modelId="{69A44C46-A37F-FA41-8BF0-522EFE993DA8}" type="presParOf" srcId="{E8724C0F-C23A-A644-B806-CB2F0A5A07F6}" destId="{02489115-A898-4C4E-B2B8-46675C28BF6B}" srcOrd="1" destOrd="0" presId="urn:microsoft.com/office/officeart/2024/3/layout/BulletTimelineVariant1"/>
    <dgm:cxn modelId="{BDE47ABD-2722-1542-8A47-947207B1BEB3}" type="presParOf" srcId="{02489115-A898-4C4E-B2B8-46675C28BF6B}" destId="{DBBB5AED-0FBB-BF42-9943-860FA47045A7}" srcOrd="0" destOrd="0" presId="urn:microsoft.com/office/officeart/2024/3/layout/BulletTimelineVariant1"/>
    <dgm:cxn modelId="{876A2DB9-5FFA-5D4C-8D14-C8CD9792B15A}" type="presParOf" srcId="{02489115-A898-4C4E-B2B8-46675C28BF6B}" destId="{2BFBFB77-EC3B-7748-8304-980B44F8D99D}" srcOrd="1" destOrd="0" presId="urn:microsoft.com/office/officeart/2024/3/layout/BulletTimelineVariant1"/>
    <dgm:cxn modelId="{7D22D6D2-3D38-734C-AE51-8D6B2FDCB729}" type="presParOf" srcId="{E8724C0F-C23A-A644-B806-CB2F0A5A07F6}" destId="{63DA2D73-D90F-5345-A0EE-2F97CDA179A0}" srcOrd="2" destOrd="0" presId="urn:microsoft.com/office/officeart/2024/3/layout/BulletTimelineVariant1"/>
    <dgm:cxn modelId="{F5F792A0-F485-724D-ADCA-13BDAE262297}" type="presParOf" srcId="{E8724C0F-C23A-A644-B806-CB2F0A5A07F6}" destId="{9A782C98-9792-7E43-B64C-55FD169640AB}" srcOrd="3" destOrd="0" presId="urn:microsoft.com/office/officeart/2024/3/layout/BulletTimelineVariant1"/>
    <dgm:cxn modelId="{B1945AD9-451B-CC4C-97D7-3F852E0AD8E6}" type="presParOf" srcId="{E8724C0F-C23A-A644-B806-CB2F0A5A07F6}" destId="{5EF7911D-8CD9-E642-A181-DE834F4D3360}" srcOrd="4" destOrd="0" presId="urn:microsoft.com/office/officeart/2024/3/layout/BulletTimelineVariant1"/>
    <dgm:cxn modelId="{95DB6FC8-D8BA-0E45-8E16-FEDE515BB154}" type="presParOf" srcId="{E8724C0F-C23A-A644-B806-CB2F0A5A07F6}" destId="{FE23C8BC-4F9F-C140-A247-3C0F9A27CDB3}" srcOrd="5" destOrd="0" presId="urn:microsoft.com/office/officeart/2024/3/layout/BulletTimelineVariant1"/>
    <dgm:cxn modelId="{0D1BF048-D809-B744-B35A-2DE536A326CE}" type="presParOf" srcId="{0EB6BE76-F0A1-8742-8629-ADD42BA40A71}" destId="{A4B01E1C-CAB7-D549-BD93-F31CFC66934E}" srcOrd="7" destOrd="0" presId="urn:microsoft.com/office/officeart/2024/3/layout/BulletTimelineVariant1"/>
    <dgm:cxn modelId="{58E392BE-EDDE-0541-B903-E1242F89DC8E}" type="presParOf" srcId="{0EB6BE76-F0A1-8742-8629-ADD42BA40A71}" destId="{D2EEFAF6-BBC1-B64F-9D91-D5FBDE9BA298}" srcOrd="8" destOrd="0" presId="urn:microsoft.com/office/officeart/2024/3/layout/BulletTimelineVariant1"/>
    <dgm:cxn modelId="{CF7EEF47-9322-1E46-8398-C4D23B241751}" type="presParOf" srcId="{D2EEFAF6-BBC1-B64F-9D91-D5FBDE9BA298}" destId="{D8D5E307-98DB-2F43-8348-D531676B834C}" srcOrd="0" destOrd="0" presId="urn:microsoft.com/office/officeart/2024/3/layout/BulletTimelineVariant1"/>
    <dgm:cxn modelId="{40F2718C-2346-6441-9ADA-FAB7FE21B81C}" type="presParOf" srcId="{D2EEFAF6-BBC1-B64F-9D91-D5FBDE9BA298}" destId="{B9D0A6A0-AC0C-3440-BEEC-068F3CD119F5}" srcOrd="1" destOrd="0" presId="urn:microsoft.com/office/officeart/2024/3/layout/BulletTimelineVariant1"/>
    <dgm:cxn modelId="{59F4D384-46F7-2E4F-815A-10B0F89A5727}" type="presParOf" srcId="{B9D0A6A0-AC0C-3440-BEEC-068F3CD119F5}" destId="{0D8DEAA6-67B5-E34A-AC73-BCE1E0D72C4B}" srcOrd="0" destOrd="0" presId="urn:microsoft.com/office/officeart/2024/3/layout/BulletTimelineVariant1"/>
    <dgm:cxn modelId="{BB6C1321-8DF9-3B45-8EEE-0E9970258A59}" type="presParOf" srcId="{B9D0A6A0-AC0C-3440-BEEC-068F3CD119F5}" destId="{138C6968-87D0-C948-9353-089F96CE700A}" srcOrd="1" destOrd="0" presId="urn:microsoft.com/office/officeart/2024/3/layout/BulletTimelineVariant1"/>
    <dgm:cxn modelId="{2C10EE70-D535-8745-B934-7752F5CA9FEE}" type="presParOf" srcId="{D2EEFAF6-BBC1-B64F-9D91-D5FBDE9BA298}" destId="{1229D5DA-4E18-7D4E-9939-55A1925A2B59}" srcOrd="2" destOrd="0" presId="urn:microsoft.com/office/officeart/2024/3/layout/BulletTimelineVariant1"/>
    <dgm:cxn modelId="{1BDAFA59-48A3-2B4C-903C-1F3C49E0E456}" type="presParOf" srcId="{D2EEFAF6-BBC1-B64F-9D91-D5FBDE9BA298}" destId="{0450275A-29A8-0D43-A9E6-2EF1F7A716EA}" srcOrd="3" destOrd="0" presId="urn:microsoft.com/office/officeart/2024/3/layout/BulletTimelineVariant1"/>
    <dgm:cxn modelId="{A40C1230-FF1F-604D-AFE7-1E0759C2700D}" type="presParOf" srcId="{D2EEFAF6-BBC1-B64F-9D91-D5FBDE9BA298}" destId="{DC829EF8-1948-5A46-A3E0-FA1892B68A94}" srcOrd="4" destOrd="0" presId="urn:microsoft.com/office/officeart/2024/3/layout/BulletTimelineVariant1"/>
    <dgm:cxn modelId="{BD221E6E-DEF2-7A49-B9AA-21C60E00DFBE}" type="presParOf" srcId="{D2EEFAF6-BBC1-B64F-9D91-D5FBDE9BA298}" destId="{32ADEE4D-45DD-6947-86AD-DCAD5F61B579}" srcOrd="5" destOrd="0" presId="urn:microsoft.com/office/officeart/2024/3/layout/BulletTimelineVarian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27652-1A41-C848-ACFE-44833E41F47E}">
      <dsp:nvSpPr>
        <dsp:cNvPr id="0" name=""/>
        <dsp:cNvSpPr/>
      </dsp:nvSpPr>
      <dsp:spPr>
        <a:xfrm>
          <a:off x="0" y="2250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26378D2-D3F3-C347-A2B0-21F51108CA6C}">
      <dsp:nvSpPr>
        <dsp:cNvPr id="0" name=""/>
        <dsp:cNvSpPr/>
      </dsp:nvSpPr>
      <dsp:spPr>
        <a:xfrm>
          <a:off x="0" y="2250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The Challenge</a:t>
          </a:r>
          <a:endParaRPr lang="en-US" sz="1400" kern="1200"/>
        </a:p>
      </dsp:txBody>
      <dsp:txXfrm>
        <a:off x="0" y="2250"/>
        <a:ext cx="6858000" cy="383672"/>
      </dsp:txXfrm>
    </dsp:sp>
    <dsp:sp modelId="{04461C5C-F943-5442-850B-697E46CD5D53}">
      <dsp:nvSpPr>
        <dsp:cNvPr id="0" name=""/>
        <dsp:cNvSpPr/>
      </dsp:nvSpPr>
      <dsp:spPr>
        <a:xfrm>
          <a:off x="0" y="385923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6E72B6E-A71E-DE4A-AD65-2E3808DEAAF0}">
      <dsp:nvSpPr>
        <dsp:cNvPr id="0" name=""/>
        <dsp:cNvSpPr/>
      </dsp:nvSpPr>
      <dsp:spPr>
        <a:xfrm>
          <a:off x="0" y="385923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Manual Salesforce configuration is time-consuming and repetitive</a:t>
          </a:r>
        </a:p>
      </dsp:txBody>
      <dsp:txXfrm>
        <a:off x="0" y="385923"/>
        <a:ext cx="6858000" cy="383672"/>
      </dsp:txXfrm>
    </dsp:sp>
    <dsp:sp modelId="{BB41A9FF-C363-F44F-BE57-E9C9E1E08289}">
      <dsp:nvSpPr>
        <dsp:cNvPr id="0" name=""/>
        <dsp:cNvSpPr/>
      </dsp:nvSpPr>
      <dsp:spPr>
        <a:xfrm>
          <a:off x="0" y="769596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F9B28A-2559-BC47-8A5B-A41520121C46}">
      <dsp:nvSpPr>
        <dsp:cNvPr id="0" name=""/>
        <dsp:cNvSpPr/>
      </dsp:nvSpPr>
      <dsp:spPr>
        <a:xfrm>
          <a:off x="0" y="769596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Developers spend hours creating custom fields, validation rules, and workflows</a:t>
          </a:r>
        </a:p>
      </dsp:txBody>
      <dsp:txXfrm>
        <a:off x="0" y="769596"/>
        <a:ext cx="6858000" cy="383672"/>
      </dsp:txXfrm>
    </dsp:sp>
    <dsp:sp modelId="{CEAFAC4B-21ED-4E40-A488-2164C201C13A}">
      <dsp:nvSpPr>
        <dsp:cNvPr id="0" name=""/>
        <dsp:cNvSpPr/>
      </dsp:nvSpPr>
      <dsp:spPr>
        <a:xfrm>
          <a:off x="0" y="1153269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FD84A6-C3CF-F34E-BAC9-E4C35689730A}">
      <dsp:nvSpPr>
        <dsp:cNvPr id="0" name=""/>
        <dsp:cNvSpPr/>
      </dsp:nvSpPr>
      <dsp:spPr>
        <a:xfrm>
          <a:off x="0" y="1153269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Communication gaps between business users and technical teams</a:t>
          </a:r>
        </a:p>
      </dsp:txBody>
      <dsp:txXfrm>
        <a:off x="0" y="1153269"/>
        <a:ext cx="6858000" cy="383672"/>
      </dsp:txXfrm>
    </dsp:sp>
    <dsp:sp modelId="{7BA9623B-F078-094D-8CCE-BCF196EDE71C}">
      <dsp:nvSpPr>
        <dsp:cNvPr id="0" name=""/>
        <dsp:cNvSpPr/>
      </dsp:nvSpPr>
      <dsp:spPr>
        <a:xfrm>
          <a:off x="0" y="1536942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5C0626-5D1C-4A4F-A4D7-8EB89B4C611D}">
      <dsp:nvSpPr>
        <dsp:cNvPr id="0" name=""/>
        <dsp:cNvSpPr/>
      </dsp:nvSpPr>
      <dsp:spPr>
        <a:xfrm>
          <a:off x="0" y="1536942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Context switching between Jira, Salesforce, and development tools</a:t>
          </a:r>
        </a:p>
      </dsp:txBody>
      <dsp:txXfrm>
        <a:off x="0" y="1536942"/>
        <a:ext cx="6858000" cy="383672"/>
      </dsp:txXfrm>
    </dsp:sp>
    <dsp:sp modelId="{98871A6D-6D06-814E-B854-3C7D0CBB3A57}">
      <dsp:nvSpPr>
        <dsp:cNvPr id="0" name=""/>
        <dsp:cNvSpPr/>
      </dsp:nvSpPr>
      <dsp:spPr>
        <a:xfrm>
          <a:off x="0" y="1920615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9AB87D-B440-A44A-B5AF-29C51FB6DFA8}">
      <dsp:nvSpPr>
        <dsp:cNvPr id="0" name=""/>
        <dsp:cNvSpPr/>
      </dsp:nvSpPr>
      <dsp:spPr>
        <a:xfrm>
          <a:off x="0" y="1920615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The Solution</a:t>
          </a:r>
          <a:endParaRPr lang="en-US" sz="1400" kern="1200"/>
        </a:p>
      </dsp:txBody>
      <dsp:txXfrm>
        <a:off x="0" y="1920615"/>
        <a:ext cx="6858000" cy="383672"/>
      </dsp:txXfrm>
    </dsp:sp>
    <dsp:sp modelId="{A31D713C-52EF-BE4D-8157-7A616540BEDC}">
      <dsp:nvSpPr>
        <dsp:cNvPr id="0" name=""/>
        <dsp:cNvSpPr/>
      </dsp:nvSpPr>
      <dsp:spPr>
        <a:xfrm>
          <a:off x="0" y="2304288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C32CC1A-B65D-DD46-8ECE-7DC2BCFE3995}">
      <dsp:nvSpPr>
        <dsp:cNvPr id="0" name=""/>
        <dsp:cNvSpPr/>
      </dsp:nvSpPr>
      <dsp:spPr>
        <a:xfrm>
          <a:off x="0" y="2304287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 autonomous AI agent that:</a:t>
          </a:r>
        </a:p>
      </dsp:txBody>
      <dsp:txXfrm>
        <a:off x="0" y="2304287"/>
        <a:ext cx="6858000" cy="383672"/>
      </dsp:txXfrm>
    </dsp:sp>
    <dsp:sp modelId="{01A44E8C-FD63-9842-8EF0-34626742BAE2}">
      <dsp:nvSpPr>
        <dsp:cNvPr id="0" name=""/>
        <dsp:cNvSpPr/>
      </dsp:nvSpPr>
      <dsp:spPr>
        <a:xfrm>
          <a:off x="0" y="2687960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71DC1CE-6DCC-D049-9F48-9651069B0DC9}">
      <dsp:nvSpPr>
        <dsp:cNvPr id="0" name=""/>
        <dsp:cNvSpPr/>
      </dsp:nvSpPr>
      <dsp:spPr>
        <a:xfrm>
          <a:off x="0" y="2687960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Reads requirements from Jira Stories</a:t>
          </a:r>
        </a:p>
      </dsp:txBody>
      <dsp:txXfrm>
        <a:off x="0" y="2687960"/>
        <a:ext cx="6858000" cy="383672"/>
      </dsp:txXfrm>
    </dsp:sp>
    <dsp:sp modelId="{414CC61D-360C-C44B-BB27-A09DDF4FC050}">
      <dsp:nvSpPr>
        <dsp:cNvPr id="0" name=""/>
        <dsp:cNvSpPr/>
      </dsp:nvSpPr>
      <dsp:spPr>
        <a:xfrm>
          <a:off x="0" y="3071633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F528782-7B9A-7243-977D-136AC04E0C8B}">
      <dsp:nvSpPr>
        <dsp:cNvPr id="0" name=""/>
        <dsp:cNvSpPr/>
      </dsp:nvSpPr>
      <dsp:spPr>
        <a:xfrm>
          <a:off x="0" y="3071633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Asks clarifying questions automatically</a:t>
          </a:r>
        </a:p>
      </dsp:txBody>
      <dsp:txXfrm>
        <a:off x="0" y="3071633"/>
        <a:ext cx="6858000" cy="383672"/>
      </dsp:txXfrm>
    </dsp:sp>
    <dsp:sp modelId="{34AFDE57-89F1-2144-B4B1-88A5973733A5}">
      <dsp:nvSpPr>
        <dsp:cNvPr id="0" name=""/>
        <dsp:cNvSpPr/>
      </dsp:nvSpPr>
      <dsp:spPr>
        <a:xfrm>
          <a:off x="0" y="3455306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0F3E7F3-6883-3F4D-AA75-9626C1BA05EA}">
      <dsp:nvSpPr>
        <dsp:cNvPr id="0" name=""/>
        <dsp:cNvSpPr/>
      </dsp:nvSpPr>
      <dsp:spPr>
        <a:xfrm>
          <a:off x="0" y="3455306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Generates Salesforce configurations using Claude AI</a:t>
          </a:r>
        </a:p>
      </dsp:txBody>
      <dsp:txXfrm>
        <a:off x="0" y="3455306"/>
        <a:ext cx="6858000" cy="383672"/>
      </dsp:txXfrm>
    </dsp:sp>
    <dsp:sp modelId="{F030C55C-981F-D842-90C2-271E4B433641}">
      <dsp:nvSpPr>
        <dsp:cNvPr id="0" name=""/>
        <dsp:cNvSpPr/>
      </dsp:nvSpPr>
      <dsp:spPr>
        <a:xfrm>
          <a:off x="0" y="3838979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85A03A-8F24-E643-B936-0CDBB981BF69}">
      <dsp:nvSpPr>
        <dsp:cNvPr id="0" name=""/>
        <dsp:cNvSpPr/>
      </dsp:nvSpPr>
      <dsp:spPr>
        <a:xfrm>
          <a:off x="0" y="3838979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Deploys directly to Salesforce via Tooling API</a:t>
          </a:r>
        </a:p>
      </dsp:txBody>
      <dsp:txXfrm>
        <a:off x="0" y="3838979"/>
        <a:ext cx="6858000" cy="383672"/>
      </dsp:txXfrm>
    </dsp:sp>
    <dsp:sp modelId="{A7E32916-0954-9541-9294-142F88622028}">
      <dsp:nvSpPr>
        <dsp:cNvPr id="0" name=""/>
        <dsp:cNvSpPr/>
      </dsp:nvSpPr>
      <dsp:spPr>
        <a:xfrm>
          <a:off x="0" y="4222652"/>
          <a:ext cx="68580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8CD17E7-B828-2F45-944F-74A70AC6780F}">
      <dsp:nvSpPr>
        <dsp:cNvPr id="0" name=""/>
        <dsp:cNvSpPr/>
      </dsp:nvSpPr>
      <dsp:spPr>
        <a:xfrm>
          <a:off x="0" y="4222652"/>
          <a:ext cx="6858000" cy="383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✅ Provides complete audit trail in Jira</a:t>
          </a:r>
        </a:p>
      </dsp:txBody>
      <dsp:txXfrm>
        <a:off x="0" y="4222652"/>
        <a:ext cx="6858000" cy="383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410D8-3D52-994B-8BFA-7C20CA5AAAEE}">
      <dsp:nvSpPr>
        <dsp:cNvPr id="0" name=""/>
        <dsp:cNvSpPr/>
      </dsp:nvSpPr>
      <dsp:spPr>
        <a:xfrm>
          <a:off x="0" y="2033811"/>
          <a:ext cx="987552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16B2B-5E44-144A-AF1D-5715DBE64768}">
      <dsp:nvSpPr>
        <dsp:cNvPr id="0" name=""/>
        <dsp:cNvSpPr/>
      </dsp:nvSpPr>
      <dsp:spPr>
        <a:xfrm rot="8100000">
          <a:off x="62414" y="468714"/>
          <a:ext cx="299129" cy="29912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344D66-5B01-334A-A89E-7FD5F985929D}">
      <dsp:nvSpPr>
        <dsp:cNvPr id="0" name=""/>
        <dsp:cNvSpPr/>
      </dsp:nvSpPr>
      <dsp:spPr>
        <a:xfrm>
          <a:off x="127372" y="533672"/>
          <a:ext cx="169213" cy="16921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C2793-B48A-8F47-8D93-2207F7F9DE61}">
      <dsp:nvSpPr>
        <dsp:cNvPr id="0" name=""/>
        <dsp:cNvSpPr/>
      </dsp:nvSpPr>
      <dsp:spPr>
        <a:xfrm>
          <a:off x="423495" y="829795"/>
          <a:ext cx="2739010" cy="120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mbria" panose="02040503050406030204" pitchFamily="18" charset="0"/>
              <a:ea typeface="+mn-ea"/>
              <a:cs typeface="+mn-cs"/>
            </a:rPr>
            <a:t>"Add Customer Segment field to Account"</a:t>
          </a:r>
        </a:p>
      </dsp:txBody>
      <dsp:txXfrm>
        <a:off x="423495" y="829795"/>
        <a:ext cx="2739010" cy="1204016"/>
      </dsp:txXfrm>
    </dsp:sp>
    <dsp:sp modelId="{141461D7-D460-C944-B666-B2AABF27A842}">
      <dsp:nvSpPr>
        <dsp:cNvPr id="0" name=""/>
        <dsp:cNvSpPr/>
      </dsp:nvSpPr>
      <dsp:spPr>
        <a:xfrm>
          <a:off x="423495" y="406762"/>
          <a:ext cx="2739010" cy="42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b="0" kern="1200" dirty="0">
              <a:latin typeface="Cambria" panose="02040503050406030204" pitchFamily="18" charset="0"/>
            </a:rPr>
            <a:t>User creates Jira Story:</a:t>
          </a:r>
          <a:endParaRPr lang="en-US" sz="1100" kern="1200" dirty="0">
            <a:latin typeface="Cambria" panose="02040503050406030204" pitchFamily="18" charset="0"/>
          </a:endParaRPr>
        </a:p>
      </dsp:txBody>
      <dsp:txXfrm>
        <a:off x="423495" y="406762"/>
        <a:ext cx="2739010" cy="423032"/>
      </dsp:txXfrm>
    </dsp:sp>
    <dsp:sp modelId="{0B5B0DF7-6823-8941-9241-941B388E06A3}">
      <dsp:nvSpPr>
        <dsp:cNvPr id="0" name=""/>
        <dsp:cNvSpPr/>
      </dsp:nvSpPr>
      <dsp:spPr>
        <a:xfrm>
          <a:off x="211979" y="745188"/>
          <a:ext cx="0" cy="1288622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3E474-8A68-5F49-9970-9A967992313C}">
      <dsp:nvSpPr>
        <dsp:cNvPr id="0" name=""/>
        <dsp:cNvSpPr/>
      </dsp:nvSpPr>
      <dsp:spPr>
        <a:xfrm>
          <a:off x="173906" y="1995738"/>
          <a:ext cx="76145" cy="76145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6E4F0-1EE3-6641-A076-B38B8B356075}">
      <dsp:nvSpPr>
        <dsp:cNvPr id="0" name=""/>
        <dsp:cNvSpPr/>
      </dsp:nvSpPr>
      <dsp:spPr>
        <a:xfrm rot="18900000">
          <a:off x="1706059" y="3299779"/>
          <a:ext cx="299129" cy="29912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2328A-2B02-5D43-B4C4-172D2E7134E8}">
      <dsp:nvSpPr>
        <dsp:cNvPr id="0" name=""/>
        <dsp:cNvSpPr/>
      </dsp:nvSpPr>
      <dsp:spPr>
        <a:xfrm>
          <a:off x="1771018" y="3364737"/>
          <a:ext cx="169213" cy="16921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7D9C6-E44E-EB49-A89A-43DFED9067EA}">
      <dsp:nvSpPr>
        <dsp:cNvPr id="0" name=""/>
        <dsp:cNvSpPr/>
      </dsp:nvSpPr>
      <dsp:spPr>
        <a:xfrm>
          <a:off x="1973850" y="2786110"/>
          <a:ext cx="2739010" cy="65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725" rIns="0" bIns="5715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latin typeface="Cambria" panose="02040503050406030204" pitchFamily="18" charset="0"/>
            </a:rPr>
            <a:t>"I need clarification on the following:</a:t>
          </a:r>
          <a:endParaRPr lang="en-US" sz="900" kern="1200" dirty="0">
            <a:latin typeface="Cambria" panose="02040503050406030204" pitchFamily="18" charset="0"/>
          </a:endParaRP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0" kern="1200">
            <a:latin typeface="Cambria" panose="02040503050406030204" pitchFamily="18" charset="0"/>
          </a:endParaRP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atin typeface="Cambria" panose="02040503050406030204" pitchFamily="18" charset="0"/>
            </a:rPr>
            <a:t>1. What type of field should this be (Text, Picklist, etc.)?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atin typeface="Cambria" panose="02040503050406030204" pitchFamily="18" charset="0"/>
            </a:rPr>
            <a:t>2. If Picklist, what are the values?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atin typeface="Cambria" panose="02040503050406030204" pitchFamily="18" charset="0"/>
            </a:rPr>
            <a:t>3. Should this field be required?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dirty="0">
              <a:latin typeface="Cambria" panose="02040503050406030204" pitchFamily="18" charset="0"/>
            </a:rPr>
            <a:t>4. What should be the default value?"</a:t>
          </a:r>
        </a:p>
      </dsp:txBody>
      <dsp:txXfrm>
        <a:off x="1973850" y="2786110"/>
        <a:ext cx="2739010" cy="650819"/>
      </dsp:txXfrm>
    </dsp:sp>
    <dsp:sp modelId="{E66A1F47-8F0F-424E-8520-B0DFF8228675}">
      <dsp:nvSpPr>
        <dsp:cNvPr id="0" name=""/>
        <dsp:cNvSpPr/>
      </dsp:nvSpPr>
      <dsp:spPr>
        <a:xfrm>
          <a:off x="1973850" y="2379347"/>
          <a:ext cx="2739010" cy="406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7620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kern="1200" dirty="0">
              <a:latin typeface="Cambria" panose="02040503050406030204" pitchFamily="18" charset="0"/>
            </a:rPr>
            <a:t>Claude AI analyzes and asks:</a:t>
          </a:r>
          <a:endParaRPr lang="en-US" sz="1200" kern="1200" dirty="0">
            <a:latin typeface="Cambria" panose="02040503050406030204" pitchFamily="18" charset="0"/>
          </a:endParaRPr>
        </a:p>
      </dsp:txBody>
      <dsp:txXfrm>
        <a:off x="1973850" y="2379347"/>
        <a:ext cx="2739010" cy="406762"/>
      </dsp:txXfrm>
    </dsp:sp>
    <dsp:sp modelId="{0F025750-D1CA-674E-8473-279C851017EF}">
      <dsp:nvSpPr>
        <dsp:cNvPr id="0" name=""/>
        <dsp:cNvSpPr/>
      </dsp:nvSpPr>
      <dsp:spPr>
        <a:xfrm>
          <a:off x="1855624" y="2033811"/>
          <a:ext cx="0" cy="1269098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AD49C8-0377-4840-85DF-045E491F071D}">
      <dsp:nvSpPr>
        <dsp:cNvPr id="0" name=""/>
        <dsp:cNvSpPr/>
      </dsp:nvSpPr>
      <dsp:spPr>
        <a:xfrm>
          <a:off x="1817551" y="1995738"/>
          <a:ext cx="76145" cy="76145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54F22-95E8-2345-8893-7FAA8A944438}">
      <dsp:nvSpPr>
        <dsp:cNvPr id="0" name=""/>
        <dsp:cNvSpPr/>
      </dsp:nvSpPr>
      <dsp:spPr>
        <a:xfrm rot="8100000">
          <a:off x="3349705" y="468714"/>
          <a:ext cx="299129" cy="29912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D5092-565F-DB42-A69A-3B2B8481A96C}">
      <dsp:nvSpPr>
        <dsp:cNvPr id="0" name=""/>
        <dsp:cNvSpPr/>
      </dsp:nvSpPr>
      <dsp:spPr>
        <a:xfrm>
          <a:off x="3414663" y="533672"/>
          <a:ext cx="169213" cy="16921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0E88E-F06D-704A-A5B4-37C46BD218AC}">
      <dsp:nvSpPr>
        <dsp:cNvPr id="0" name=""/>
        <dsp:cNvSpPr/>
      </dsp:nvSpPr>
      <dsp:spPr>
        <a:xfrm>
          <a:off x="3710786" y="829795"/>
          <a:ext cx="2739010" cy="120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atin typeface="Cambria" panose="02040503050406030204" pitchFamily="18" charset="0"/>
            </a:rPr>
            <a:t>"Picklist with values: Enterprise, Mid-Market,</a:t>
          </a:r>
          <a:endParaRPr lang="en-US" sz="1100" kern="1200" dirty="0">
            <a:latin typeface="Cambria" panose="020405030504060302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atin typeface="Cambria" panose="02040503050406030204" pitchFamily="18" charset="0"/>
            </a:rPr>
            <a:t>Small Business, Startup.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atin typeface="Cambria" panose="02040503050406030204" pitchFamily="18" charset="0"/>
            </a:rPr>
            <a:t>Default: Small Business.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atin typeface="Cambria" panose="02040503050406030204" pitchFamily="18" charset="0"/>
            </a:rPr>
            <a:t>Not required."</a:t>
          </a:r>
        </a:p>
      </dsp:txBody>
      <dsp:txXfrm>
        <a:off x="3710786" y="829795"/>
        <a:ext cx="2739010" cy="1204016"/>
      </dsp:txXfrm>
    </dsp:sp>
    <dsp:sp modelId="{7ECDF29D-630E-054D-89F5-8EEFAF03091C}">
      <dsp:nvSpPr>
        <dsp:cNvPr id="0" name=""/>
        <dsp:cNvSpPr/>
      </dsp:nvSpPr>
      <dsp:spPr>
        <a:xfrm>
          <a:off x="3710786" y="406762"/>
          <a:ext cx="2739010" cy="42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b="0" kern="1200" dirty="0">
              <a:latin typeface="Cambria" panose="02040503050406030204" pitchFamily="18" charset="0"/>
            </a:rPr>
            <a:t>User answers in Jira comment</a:t>
          </a:r>
          <a:endParaRPr lang="en-US" sz="1100" kern="1200" dirty="0">
            <a:latin typeface="Cambria" panose="02040503050406030204" pitchFamily="18" charset="0"/>
          </a:endParaRPr>
        </a:p>
      </dsp:txBody>
      <dsp:txXfrm>
        <a:off x="3710786" y="406762"/>
        <a:ext cx="2739010" cy="423032"/>
      </dsp:txXfrm>
    </dsp:sp>
    <dsp:sp modelId="{72FCCC66-B51A-694F-A7FF-03851C21FB57}">
      <dsp:nvSpPr>
        <dsp:cNvPr id="0" name=""/>
        <dsp:cNvSpPr/>
      </dsp:nvSpPr>
      <dsp:spPr>
        <a:xfrm>
          <a:off x="3499269" y="745188"/>
          <a:ext cx="0" cy="1288622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59BA34-694B-9A44-A97E-BC7B22604ADB}">
      <dsp:nvSpPr>
        <dsp:cNvPr id="0" name=""/>
        <dsp:cNvSpPr/>
      </dsp:nvSpPr>
      <dsp:spPr>
        <a:xfrm>
          <a:off x="3461196" y="1995738"/>
          <a:ext cx="76145" cy="76145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B5AED-0FBB-BF42-9943-860FA47045A7}">
      <dsp:nvSpPr>
        <dsp:cNvPr id="0" name=""/>
        <dsp:cNvSpPr/>
      </dsp:nvSpPr>
      <dsp:spPr>
        <a:xfrm rot="18900000">
          <a:off x="4993350" y="3299779"/>
          <a:ext cx="299129" cy="29912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FBFB77-EC3B-7748-8304-980B44F8D99D}">
      <dsp:nvSpPr>
        <dsp:cNvPr id="0" name=""/>
        <dsp:cNvSpPr/>
      </dsp:nvSpPr>
      <dsp:spPr>
        <a:xfrm>
          <a:off x="5058308" y="3364737"/>
          <a:ext cx="169213" cy="16921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A2D73-D90F-5345-A0EE-2F97CDA179A0}">
      <dsp:nvSpPr>
        <dsp:cNvPr id="0" name=""/>
        <dsp:cNvSpPr/>
      </dsp:nvSpPr>
      <dsp:spPr>
        <a:xfrm>
          <a:off x="5307758" y="2776775"/>
          <a:ext cx="2739010" cy="65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Cambria" panose="02040503050406030204" pitchFamily="18" charset="0"/>
            </a:rPr>
            <a:t>"All questions answered! Ready to execute.</a:t>
          </a:r>
          <a:br>
            <a:rPr lang="en-US" sz="1200" b="0" kern="1200" dirty="0">
              <a:latin typeface="Cambria" panose="02040503050406030204" pitchFamily="18" charset="0"/>
            </a:rPr>
          </a:br>
          <a:r>
            <a:rPr lang="en-US" sz="1100" b="1" kern="1200" dirty="0">
              <a:latin typeface="Cambria" panose="02040503050406030204" pitchFamily="18" charset="0"/>
            </a:rPr>
            <a:t>Execution Plan: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atin typeface="Cambria" panose="02040503050406030204" pitchFamily="18" charset="0"/>
            </a:rPr>
            <a:t>1. Create picklist field 'Customer_Segment__c'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>
              <a:latin typeface="Cambria" panose="02040503050406030204" pitchFamily="18" charset="0"/>
            </a:rPr>
            <a:t>2. Add values and set default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>
              <a:latin typeface="Cambria" panose="02040503050406030204" pitchFamily="18" charset="0"/>
            </a:rPr>
            <a:t>3. Make field optional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b="0" kern="1200" dirty="0"/>
        </a:p>
      </dsp:txBody>
      <dsp:txXfrm>
        <a:off x="5307758" y="2776775"/>
        <a:ext cx="2739010" cy="650819"/>
      </dsp:txXfrm>
    </dsp:sp>
    <dsp:sp modelId="{9A782C98-9792-7E43-B64C-55FD169640AB}">
      <dsp:nvSpPr>
        <dsp:cNvPr id="0" name=""/>
        <dsp:cNvSpPr/>
      </dsp:nvSpPr>
      <dsp:spPr>
        <a:xfrm>
          <a:off x="5307758" y="2370012"/>
          <a:ext cx="2739010" cy="406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7620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0" kern="1200" dirty="0">
              <a:latin typeface="Cambria" panose="02040503050406030204" pitchFamily="18" charset="0"/>
            </a:rPr>
            <a:t>Claude AI confirms:</a:t>
          </a:r>
          <a:endParaRPr lang="en-US" sz="1200" kern="1200" dirty="0">
            <a:latin typeface="Cambria" panose="02040503050406030204" pitchFamily="18" charset="0"/>
          </a:endParaRPr>
        </a:p>
      </dsp:txBody>
      <dsp:txXfrm>
        <a:off x="5307758" y="2370012"/>
        <a:ext cx="2739010" cy="406762"/>
      </dsp:txXfrm>
    </dsp:sp>
    <dsp:sp modelId="{5EF7911D-8CD9-E642-A181-DE834F4D3360}">
      <dsp:nvSpPr>
        <dsp:cNvPr id="0" name=""/>
        <dsp:cNvSpPr/>
      </dsp:nvSpPr>
      <dsp:spPr>
        <a:xfrm>
          <a:off x="5142915" y="2033811"/>
          <a:ext cx="0" cy="1269098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FBC05-2FE7-394D-AC30-502DA1C37EBC}">
      <dsp:nvSpPr>
        <dsp:cNvPr id="0" name=""/>
        <dsp:cNvSpPr/>
      </dsp:nvSpPr>
      <dsp:spPr>
        <a:xfrm>
          <a:off x="5104842" y="1995738"/>
          <a:ext cx="76145" cy="76145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DEAA6-67B5-E34A-AC73-BCE1E0D72C4B}">
      <dsp:nvSpPr>
        <dsp:cNvPr id="0" name=""/>
        <dsp:cNvSpPr/>
      </dsp:nvSpPr>
      <dsp:spPr>
        <a:xfrm rot="8100000">
          <a:off x="6636995" y="468714"/>
          <a:ext cx="299129" cy="299129"/>
        </a:xfrm>
        <a:prstGeom prst="teardrop">
          <a:avLst>
            <a:gd name="adj" fmla="val 115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C6968-87D0-C948-9353-089F96CE700A}">
      <dsp:nvSpPr>
        <dsp:cNvPr id="0" name=""/>
        <dsp:cNvSpPr/>
      </dsp:nvSpPr>
      <dsp:spPr>
        <a:xfrm>
          <a:off x="6701953" y="533672"/>
          <a:ext cx="169213" cy="16921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9D5DA-4E18-7D4E-9939-55A1925A2B59}">
      <dsp:nvSpPr>
        <dsp:cNvPr id="0" name=""/>
        <dsp:cNvSpPr/>
      </dsp:nvSpPr>
      <dsp:spPr>
        <a:xfrm>
          <a:off x="6998076" y="829795"/>
          <a:ext cx="2739010" cy="1204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69850" bIns="104775" numCol="1" spcCol="1270" anchor="t" anchorCtr="0">
          <a:noAutofit/>
        </a:bodyPr>
        <a:lstStyle/>
        <a:p>
          <a:pPr marL="0" lvl="0" indent="0" algn="just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Cambria" panose="02040503050406030204" pitchFamily="18" charset="0"/>
            </a:rPr>
            <a:t>As part of this POC, this changes configuration autonomously and deploys to production. This can be automated through a CICD pipeline with additional steps such as UAT in a lower environment</a:t>
          </a:r>
        </a:p>
      </dsp:txBody>
      <dsp:txXfrm>
        <a:off x="6998076" y="829795"/>
        <a:ext cx="2739010" cy="1204016"/>
      </dsp:txXfrm>
    </dsp:sp>
    <dsp:sp modelId="{0450275A-29A8-0D43-A9E6-2EF1F7A716EA}">
      <dsp:nvSpPr>
        <dsp:cNvPr id="0" name=""/>
        <dsp:cNvSpPr/>
      </dsp:nvSpPr>
      <dsp:spPr>
        <a:xfrm>
          <a:off x="6998076" y="406762"/>
          <a:ext cx="2739010" cy="423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9850" bIns="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50" b="0" kern="1200" dirty="0">
              <a:latin typeface="Cambria" panose="02040503050406030204" pitchFamily="18" charset="0"/>
            </a:rPr>
            <a:t>Automatic Deployment to Salesforce</a:t>
          </a:r>
          <a:endParaRPr lang="en-US" sz="1050" kern="1200" dirty="0">
            <a:latin typeface="Cambria" panose="02040503050406030204" pitchFamily="18" charset="0"/>
          </a:endParaRPr>
        </a:p>
      </dsp:txBody>
      <dsp:txXfrm>
        <a:off x="6998076" y="406762"/>
        <a:ext cx="2739010" cy="423032"/>
      </dsp:txXfrm>
    </dsp:sp>
    <dsp:sp modelId="{DC829EF8-1948-5A46-A3E0-FA1892B68A94}">
      <dsp:nvSpPr>
        <dsp:cNvPr id="0" name=""/>
        <dsp:cNvSpPr/>
      </dsp:nvSpPr>
      <dsp:spPr>
        <a:xfrm>
          <a:off x="6786560" y="745188"/>
          <a:ext cx="0" cy="1288622"/>
        </a:xfrm>
        <a:prstGeom prst="line">
          <a:avLst/>
        </a:prstGeom>
        <a:noFill/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D5E307-98DB-2F43-8348-D531676B834C}">
      <dsp:nvSpPr>
        <dsp:cNvPr id="0" name=""/>
        <dsp:cNvSpPr/>
      </dsp:nvSpPr>
      <dsp:spPr>
        <a:xfrm>
          <a:off x="6748487" y="1995738"/>
          <a:ext cx="76145" cy="76145"/>
        </a:xfrm>
        <a:prstGeom prst="ellips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BulletTimelineVariant1">
  <dgm:title val="Bullet Timeline"/>
  <dgm:desc val="Displays bulleted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70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.8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 fact="0.89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4"/>
                  <dgm:constr type="h" for="ch" forName="Ellipse1" refType="w" refFor="ch" refForName="DropPin1" fact="0.4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revTx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node2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.8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 fact="0.89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4"/>
                  <dgm:constr type="h" for="ch" forName="Ellipse" refType="w" refFor="ch" refForName="DropPin" fact="0.4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revTx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node2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 w="12700">
                            <a:solidFill>
                              <a:schemeClr val="tx1"/>
                            </a:solidFill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13483-A24C-97DB-1FAB-B1EE383D6793}"/>
              </a:ext>
            </a:extLst>
          </p:cNvPr>
          <p:cNvSpPr/>
          <p:nvPr/>
        </p:nvSpPr>
        <p:spPr>
          <a:xfrm>
            <a:off x="5067300" y="-429"/>
            <a:ext cx="7142987" cy="6857571"/>
          </a:xfrm>
          <a:prstGeom prst="rect">
            <a:avLst/>
          </a:prstGeom>
          <a:gradFill>
            <a:gsLst>
              <a:gs pos="0">
                <a:srgbClr val="FF411C"/>
              </a:gs>
              <a:gs pos="100000">
                <a:srgbClr val="92248E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CBF15A-228E-7325-6D7D-982EA5375DC4}"/>
              </a:ext>
            </a:extLst>
          </p:cNvPr>
          <p:cNvSpPr/>
          <p:nvPr/>
        </p:nvSpPr>
        <p:spPr>
          <a:xfrm>
            <a:off x="5067301" y="0"/>
            <a:ext cx="7158340" cy="6858000"/>
          </a:xfrm>
          <a:prstGeom prst="rect">
            <a:avLst/>
          </a:prstGeom>
          <a:gradFill>
            <a:gsLst>
              <a:gs pos="27000">
                <a:srgbClr val="DA002F">
                  <a:alpha val="6000"/>
                </a:srgbClr>
              </a:gs>
              <a:gs pos="98000">
                <a:srgbClr val="9B3597">
                  <a:alpha val="72941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C545E-CFDF-A40B-046E-AEC9E529B81C}"/>
              </a:ext>
            </a:extLst>
          </p:cNvPr>
          <p:cNvSpPr/>
          <p:nvPr/>
        </p:nvSpPr>
        <p:spPr>
          <a:xfrm rot="10800000">
            <a:off x="5067300" y="4571999"/>
            <a:ext cx="7158340" cy="2286000"/>
          </a:xfrm>
          <a:prstGeom prst="rect">
            <a:avLst/>
          </a:prstGeom>
          <a:gradFill>
            <a:gsLst>
              <a:gs pos="28000">
                <a:srgbClr val="FF907A">
                  <a:alpha val="40000"/>
                </a:srgbClr>
              </a:gs>
              <a:gs pos="100000">
                <a:srgbClr val="DA002F">
                  <a:alpha val="20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503D3-D62B-0038-E24C-05C4B676AF66}"/>
              </a:ext>
            </a:extLst>
          </p:cNvPr>
          <p:cNvSpPr/>
          <p:nvPr/>
        </p:nvSpPr>
        <p:spPr>
          <a:xfrm rot="13704304">
            <a:off x="6080918" y="830588"/>
            <a:ext cx="4998441" cy="4998441"/>
          </a:xfrm>
          <a:prstGeom prst="ellipse">
            <a:avLst/>
          </a:pr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20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7568" y="1270535"/>
            <a:ext cx="5513832" cy="288950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7568" y="4974336"/>
            <a:ext cx="5715000" cy="14813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0673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7566" y="6455664"/>
            <a:ext cx="290257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425" y="6455664"/>
            <a:ext cx="2986167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927AFB-A171-440E-85AE-8173A49EBA6A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96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1563624"/>
            <a:ext cx="9985248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BCA4-07E8-484C-A268-7A7F4DBB4C79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4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CAF72-A322-2B88-2E9E-10B288C83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EF993-7F0D-4ECF-FD85-4AAFAAAF91C6}"/>
              </a:ext>
            </a:extLst>
          </p:cNvPr>
          <p:cNvSpPr/>
          <p:nvPr/>
        </p:nvSpPr>
        <p:spPr>
          <a:xfrm rot="10800000" flipH="1">
            <a:off x="0" y="4571999"/>
            <a:ext cx="12192003" cy="2286219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141E1-516D-D7D9-7CAC-EBABCB077CDD}"/>
              </a:ext>
            </a:extLst>
          </p:cNvPr>
          <p:cNvSpPr/>
          <p:nvPr/>
        </p:nvSpPr>
        <p:spPr>
          <a:xfrm rot="10800000" flipH="1">
            <a:off x="4038600" y="4571779"/>
            <a:ext cx="8151938" cy="2286329"/>
          </a:xfrm>
          <a:prstGeom prst="rect">
            <a:avLst/>
          </a:prstGeom>
          <a:gradFill>
            <a:gsLst>
              <a:gs pos="0">
                <a:srgbClr val="FF5076">
                  <a:alpha val="0"/>
                </a:srgbClr>
              </a:gs>
              <a:gs pos="99000">
                <a:srgbClr val="91049C">
                  <a:alpha val="81961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73ECF1-2707-D092-89EA-AC6D4B79E56F}"/>
              </a:ext>
            </a:extLst>
          </p:cNvPr>
          <p:cNvSpPr/>
          <p:nvPr/>
        </p:nvSpPr>
        <p:spPr>
          <a:xfrm rot="14834054">
            <a:off x="3015414" y="2996601"/>
            <a:ext cx="2352194" cy="3826944"/>
          </a:xfrm>
          <a:custGeom>
            <a:avLst/>
            <a:gdLst>
              <a:gd name="connsiteX0" fmla="*/ 2352194 w 2352194"/>
              <a:gd name="connsiteY0" fmla="*/ 8624 h 3826944"/>
              <a:gd name="connsiteX1" fmla="*/ 749804 w 2352194"/>
              <a:gd name="connsiteY1" fmla="*/ 3826944 h 3826944"/>
              <a:gd name="connsiteX2" fmla="*/ 566692 w 2352194"/>
              <a:gd name="connsiteY2" fmla="*/ 3648149 h 3826944"/>
              <a:gd name="connsiteX3" fmla="*/ 0 w 2352194"/>
              <a:gd name="connsiteY3" fmla="*/ 2181415 h 3826944"/>
              <a:gd name="connsiteX4" fmla="*/ 2181415 w 2352194"/>
              <a:gd name="connsiteY4" fmla="*/ 0 h 3826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2194" h="3826944">
                <a:moveTo>
                  <a:pt x="2352194" y="8624"/>
                </a:moveTo>
                <a:lnTo>
                  <a:pt x="749804" y="3826944"/>
                </a:lnTo>
                <a:lnTo>
                  <a:pt x="566692" y="3648149"/>
                </a:lnTo>
                <a:cubicBezTo>
                  <a:pt x="214596" y="3260758"/>
                  <a:pt x="0" y="2746147"/>
                  <a:pt x="0" y="2181415"/>
                </a:cubicBezTo>
                <a:cubicBezTo>
                  <a:pt x="0" y="976653"/>
                  <a:pt x="976652" y="0"/>
                  <a:pt x="2181415" y="0"/>
                </a:cubicBezTo>
                <a:close/>
              </a:path>
            </a:pathLst>
          </a:custGeom>
          <a:gradFill>
            <a:gsLst>
              <a:gs pos="0">
                <a:srgbClr val="FFBCAF">
                  <a:alpha val="33725"/>
                </a:srgbClr>
              </a:gs>
              <a:gs pos="100000">
                <a:srgbClr val="FF907A">
                  <a:alpha val="0"/>
                </a:srgb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DFDA-46A6-DCC7-FA34-612FC4BF8109}"/>
              </a:ext>
            </a:extLst>
          </p:cNvPr>
          <p:cNvSpPr/>
          <p:nvPr/>
        </p:nvSpPr>
        <p:spPr>
          <a:xfrm flipH="1">
            <a:off x="3047998" y="4571999"/>
            <a:ext cx="9143999" cy="1841109"/>
          </a:xfrm>
          <a:prstGeom prst="rect">
            <a:avLst/>
          </a:prstGeom>
          <a:gradFill>
            <a:gsLst>
              <a:gs pos="0">
                <a:srgbClr val="FF411C">
                  <a:alpha val="29804"/>
                </a:srgbClr>
              </a:gs>
              <a:gs pos="78000">
                <a:srgbClr val="DA002F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791456"/>
            <a:ext cx="10570464" cy="11704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6025896"/>
            <a:ext cx="10579608" cy="4297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C20621E-D3A1-DE2F-A48A-0A5F279572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572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382602B3-F8C3-D957-5C3F-DF1749FA85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3152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0E38CC7-EEB9-1AD7-7B03-603746FE3F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C5E238-6443-4E66-ABD7-AFE41A3FA712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153FF4E-D18A-13B0-6B0A-CF7AF0A523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5EAD1-9200-DDD9-8F6D-AD5C90E1D9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2DD7BB-25B8-B7A3-8E13-EDE8E1090689}"/>
              </a:ext>
            </a:extLst>
          </p:cNvPr>
          <p:cNvSpPr/>
          <p:nvPr/>
        </p:nvSpPr>
        <p:spPr>
          <a:xfrm rot="10800000" flipH="1">
            <a:off x="0" y="0"/>
            <a:ext cx="6096000" cy="6868461"/>
          </a:xfrm>
          <a:prstGeom prst="rect">
            <a:avLst/>
          </a:prstGeom>
          <a:gradFill>
            <a:gsLst>
              <a:gs pos="0">
                <a:srgbClr val="FE4A00">
                  <a:alpha val="65882"/>
                </a:srgbClr>
              </a:gs>
              <a:gs pos="100000">
                <a:srgbClr val="A6025C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C05D2-D53F-950D-185E-08B200EEFEB9}"/>
              </a:ext>
            </a:extLst>
          </p:cNvPr>
          <p:cNvSpPr/>
          <p:nvPr/>
        </p:nvSpPr>
        <p:spPr>
          <a:xfrm rot="10800000" flipH="1">
            <a:off x="-18287" y="4582455"/>
            <a:ext cx="6114286" cy="2275539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99000">
                <a:srgbClr val="92248E">
                  <a:alpha val="2666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AF5C2-3AA9-7510-308E-9D21678F7EFC}"/>
              </a:ext>
            </a:extLst>
          </p:cNvPr>
          <p:cNvSpPr/>
          <p:nvPr/>
        </p:nvSpPr>
        <p:spPr>
          <a:xfrm rot="5400000" flipH="1">
            <a:off x="-148955" y="532365"/>
            <a:ext cx="6878924" cy="5814190"/>
          </a:xfrm>
          <a:prstGeom prst="rect">
            <a:avLst/>
          </a:prstGeom>
          <a:gradFill>
            <a:gsLst>
              <a:gs pos="0">
                <a:srgbClr val="FE4A00">
                  <a:alpha val="0"/>
                </a:srgbClr>
              </a:gs>
              <a:gs pos="100000">
                <a:srgbClr val="A60296">
                  <a:alpha val="38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D13448-08C3-4231-6CCA-F17E4C608199}"/>
              </a:ext>
            </a:extLst>
          </p:cNvPr>
          <p:cNvSpPr/>
          <p:nvPr/>
        </p:nvSpPr>
        <p:spPr>
          <a:xfrm rot="10800000">
            <a:off x="949046" y="1319084"/>
            <a:ext cx="4648799" cy="4648799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941832"/>
            <a:ext cx="4626864" cy="32095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cap="all" spc="70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74336"/>
            <a:ext cx="4626864" cy="14538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520" y="6455664"/>
            <a:ext cx="409651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2D689D1-54B3-41D9-B112-32329B9B3CC6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974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0A6A082-894A-7F2D-AA57-EBD48EAFBD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952" y="0"/>
            <a:ext cx="60990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7163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58E3E8-0931-8EEE-FF77-1C25EBBE79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E0C29-D9B0-E434-079F-9F0C40DF20EC}"/>
              </a:ext>
            </a:extLst>
          </p:cNvPr>
          <p:cNvSpPr/>
          <p:nvPr/>
        </p:nvSpPr>
        <p:spPr>
          <a:xfrm rot="5400000" flipH="1">
            <a:off x="-1399562" y="1399556"/>
            <a:ext cx="6875820" cy="4076703"/>
          </a:xfrm>
          <a:prstGeom prst="rect">
            <a:avLst/>
          </a:prstGeom>
          <a:gradFill>
            <a:gsLst>
              <a:gs pos="11000">
                <a:srgbClr val="92248E"/>
              </a:gs>
              <a:gs pos="100000">
                <a:srgbClr val="FF411C">
                  <a:alpha val="8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604E-FEFA-3809-8244-5B72EE7BB044}"/>
              </a:ext>
            </a:extLst>
          </p:cNvPr>
          <p:cNvSpPr/>
          <p:nvPr/>
        </p:nvSpPr>
        <p:spPr>
          <a:xfrm rot="16200000">
            <a:off x="890124" y="3681875"/>
            <a:ext cx="2296453" cy="4076701"/>
          </a:xfrm>
          <a:prstGeom prst="rect">
            <a:avLst/>
          </a:prstGeom>
          <a:gradFill>
            <a:gsLst>
              <a:gs pos="0">
                <a:srgbClr val="DA002F">
                  <a:alpha val="55000"/>
                </a:srgbClr>
              </a:gs>
              <a:gs pos="100000">
                <a:srgbClr val="FF907A">
                  <a:alpha val="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8E261-930C-6A44-A568-9DD2A88D3526}"/>
              </a:ext>
            </a:extLst>
          </p:cNvPr>
          <p:cNvSpPr/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rgbClr val="FFDBCC">
                  <a:alpha val="0"/>
                </a:srgbClr>
              </a:gs>
              <a:gs pos="100000">
                <a:srgbClr val="FF907A">
                  <a:alpha val="3000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850392"/>
            <a:ext cx="2935224" cy="3035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01768"/>
            <a:ext cx="2926080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4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04" y="6455664"/>
            <a:ext cx="548640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648" y="6455664"/>
            <a:ext cx="3227832" cy="36576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E144AFCF-5D00-4E8A-BE78-0A3382672AA6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889FC6C-F243-CA40-35F8-13153EA5EB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6700" y="0"/>
            <a:ext cx="8115300" cy="68684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4330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FE7F8B-D1C1-6301-75A5-2EC4374F9AF1}"/>
              </a:ext>
            </a:extLst>
          </p:cNvPr>
          <p:cNvSpPr/>
          <p:nvPr/>
        </p:nvSpPr>
        <p:spPr>
          <a:xfrm flipH="1" flipV="1">
            <a:off x="-14449" y="0"/>
            <a:ext cx="1222473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67A-A1B6-E7E6-CAD4-E63E0FE2CCCB}"/>
              </a:ext>
            </a:extLst>
          </p:cNvPr>
          <p:cNvSpPr/>
          <p:nvPr/>
        </p:nvSpPr>
        <p:spPr>
          <a:xfrm flipV="1">
            <a:off x="-7227" y="-5046"/>
            <a:ext cx="12217513" cy="686556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9C06E7-BC9C-2F5F-5DD1-D04EB713C63D}"/>
              </a:ext>
            </a:extLst>
          </p:cNvPr>
          <p:cNvSpPr/>
          <p:nvPr/>
        </p:nvSpPr>
        <p:spPr>
          <a:xfrm rot="10800000" flipH="1" flipV="1">
            <a:off x="-25514" y="-5045"/>
            <a:ext cx="12217514" cy="6865568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chemeClr val="accent2">
                  <a:alpha val="98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261F8-8CD8-F2E0-C386-BE6A16D95BFC}"/>
              </a:ext>
            </a:extLst>
          </p:cNvPr>
          <p:cNvSpPr/>
          <p:nvPr/>
        </p:nvSpPr>
        <p:spPr>
          <a:xfrm rot="16200000" flipH="1" flipV="1">
            <a:off x="3802775" y="-3817222"/>
            <a:ext cx="4571999" cy="12206450"/>
          </a:xfrm>
          <a:prstGeom prst="rect">
            <a:avLst/>
          </a:prstGeom>
          <a:gradFill>
            <a:gsLst>
              <a:gs pos="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D4A82C-6849-A88D-6D57-833E9A7481B9}"/>
              </a:ext>
            </a:extLst>
          </p:cNvPr>
          <p:cNvSpPr/>
          <p:nvPr/>
        </p:nvSpPr>
        <p:spPr>
          <a:xfrm rot="13168948" flipH="1" flipV="1">
            <a:off x="1027160" y="609473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5CA38-7F60-D664-4EC0-C54B60C02BCF}"/>
              </a:ext>
            </a:extLst>
          </p:cNvPr>
          <p:cNvSpPr/>
          <p:nvPr/>
        </p:nvSpPr>
        <p:spPr>
          <a:xfrm rot="5400000" flipV="1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62000"/>
                </a:srgbClr>
              </a:gs>
              <a:gs pos="77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7016" y="987552"/>
            <a:ext cx="7644384" cy="29443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cap="all" spc="70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8728" y="5294376"/>
            <a:ext cx="7644384" cy="10789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DE8AB4-3D9C-4366-A8D9-9A4F01D1112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2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44B8E2B-A9B5-DCE0-5C06-E99F762397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38FEA-146D-53B3-36B0-5CBD8040636E}"/>
              </a:ext>
            </a:extLst>
          </p:cNvPr>
          <p:cNvSpPr/>
          <p:nvPr/>
        </p:nvSpPr>
        <p:spPr>
          <a:xfrm flipH="1">
            <a:off x="9143995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4D35E-A520-CA7A-97CB-6D815AB4CC5D}"/>
              </a:ext>
            </a:extLst>
          </p:cNvPr>
          <p:cNvSpPr/>
          <p:nvPr/>
        </p:nvSpPr>
        <p:spPr>
          <a:xfrm flipH="1">
            <a:off x="9143990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5E890B-58C1-DD36-E90B-FFF0BE0CB5CB}"/>
              </a:ext>
            </a:extLst>
          </p:cNvPr>
          <p:cNvSpPr/>
          <p:nvPr/>
        </p:nvSpPr>
        <p:spPr>
          <a:xfrm rot="5400000" flipH="1">
            <a:off x="7253161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CD52CC-E8F2-3220-AE19-8A482DD1F236}"/>
              </a:ext>
            </a:extLst>
          </p:cNvPr>
          <p:cNvSpPr/>
          <p:nvPr/>
        </p:nvSpPr>
        <p:spPr>
          <a:xfrm rot="12508972">
            <a:off x="7949750" y="1673989"/>
            <a:ext cx="3201591" cy="4397456"/>
          </a:xfrm>
          <a:custGeom>
            <a:avLst/>
            <a:gdLst>
              <a:gd name="connsiteX0" fmla="*/ 3201591 w 3201591"/>
              <a:gd name="connsiteY0" fmla="*/ 4296647 h 4397456"/>
              <a:gd name="connsiteX1" fmla="*/ 3007294 w 3201591"/>
              <a:gd name="connsiteY1" fmla="*/ 4346606 h 4397456"/>
              <a:gd name="connsiteX2" fmla="*/ 2502877 w 3201591"/>
              <a:gd name="connsiteY2" fmla="*/ 4397456 h 4397456"/>
              <a:gd name="connsiteX3" fmla="*/ 0 w 3201591"/>
              <a:gd name="connsiteY3" fmla="*/ 1894579 h 4397456"/>
              <a:gd name="connsiteX4" fmla="*/ 733076 w 3201591"/>
              <a:gd name="connsiteY4" fmla="*/ 124777 h 4397456"/>
              <a:gd name="connsiteX5" fmla="*/ 870365 w 3201591"/>
              <a:gd name="connsiteY5" fmla="*/ 0 h 43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1591" h="4397456">
                <a:moveTo>
                  <a:pt x="3201591" y="4296647"/>
                </a:moveTo>
                <a:lnTo>
                  <a:pt x="3007294" y="4346606"/>
                </a:lnTo>
                <a:cubicBezTo>
                  <a:pt x="2844362" y="4379947"/>
                  <a:pt x="2675664" y="4397456"/>
                  <a:pt x="2502877" y="4397456"/>
                </a:cubicBezTo>
                <a:cubicBezTo>
                  <a:pt x="1120576" y="4397456"/>
                  <a:pt x="0" y="3276880"/>
                  <a:pt x="0" y="1894579"/>
                </a:cubicBezTo>
                <a:cubicBezTo>
                  <a:pt x="0" y="1203428"/>
                  <a:pt x="280144" y="577709"/>
                  <a:pt x="733076" y="124777"/>
                </a:cubicBezTo>
                <a:lnTo>
                  <a:pt x="870365" y="0"/>
                </a:ln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612648"/>
            <a:ext cx="7004304" cy="35570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cap="all" spc="550" baseline="0"/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D2F463-51E0-AB87-A5B5-6942461A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796B80-FA43-2B89-5F9F-72443F8E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4909" y="6455664"/>
            <a:ext cx="347286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59F214-985C-4E7A-8724-986944FA217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C1096F3-B460-B6B3-0D52-AEFDD7F6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9489" y="6455664"/>
            <a:ext cx="54864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8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F7CFA0-C3A1-5564-DD4B-90674874B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2F783-0ED7-1F0B-219A-198549E350DD}"/>
              </a:ext>
            </a:extLst>
          </p:cNvPr>
          <p:cNvSpPr/>
          <p:nvPr/>
        </p:nvSpPr>
        <p:spPr>
          <a:xfrm>
            <a:off x="-6" y="-25866"/>
            <a:ext cx="12192005" cy="4589428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85000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F09062-D41B-0E2E-C1C0-F27562ED9597}"/>
              </a:ext>
            </a:extLst>
          </p:cNvPr>
          <p:cNvSpPr/>
          <p:nvPr/>
        </p:nvSpPr>
        <p:spPr>
          <a:xfrm rot="16200000">
            <a:off x="3805950" y="-3822495"/>
            <a:ext cx="4580101" cy="12191999"/>
          </a:xfrm>
          <a:prstGeom prst="rect">
            <a:avLst/>
          </a:prstGeom>
          <a:gradFill>
            <a:gsLst>
              <a:gs pos="0">
                <a:srgbClr val="FE4A00">
                  <a:alpha val="50000"/>
                </a:srgbClr>
              </a:gs>
              <a:gs pos="99000">
                <a:srgbClr val="A3299D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A6D366-64E2-13D3-2734-861E811E1F1A}"/>
              </a:ext>
            </a:extLst>
          </p:cNvPr>
          <p:cNvSpPr/>
          <p:nvPr/>
        </p:nvSpPr>
        <p:spPr>
          <a:xfrm rot="10800000">
            <a:off x="8150806" y="-25872"/>
            <a:ext cx="4041192" cy="4589427"/>
          </a:xfrm>
          <a:prstGeom prst="rect">
            <a:avLst/>
          </a:prstGeom>
          <a:gradFill>
            <a:gsLst>
              <a:gs pos="0">
                <a:srgbClr val="DA002F">
                  <a:alpha val="0"/>
                </a:srgbClr>
              </a:gs>
              <a:gs pos="84000">
                <a:srgbClr val="FF907A">
                  <a:alpha val="32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B9BA8-AE27-B639-DB51-7E498FA9422B}"/>
              </a:ext>
            </a:extLst>
          </p:cNvPr>
          <p:cNvSpPr/>
          <p:nvPr/>
        </p:nvSpPr>
        <p:spPr>
          <a:xfrm rot="12508972">
            <a:off x="5485611" y="-1118641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85216"/>
            <a:ext cx="6858000" cy="3200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cap="all" spc="550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965192"/>
            <a:ext cx="6391656" cy="14904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cap="all" spc="400" baseline="0" dirty="0"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EDD729C-2F42-9729-3280-C90669970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911B295-8CBE-7949-8048-EBF4146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C9C02-FCB9-44E9-9951-263455134367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F8F79-3CDB-6415-DDB2-2D674522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27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1BDDB7-A96E-2151-63B9-28A103D980D2}"/>
              </a:ext>
            </a:extLst>
          </p:cNvPr>
          <p:cNvSpPr/>
          <p:nvPr/>
        </p:nvSpPr>
        <p:spPr>
          <a:xfrm flipH="1">
            <a:off x="-7229" y="-2522"/>
            <a:ext cx="12217516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A992C5-451E-EC0E-D54A-B0AA21D57F04}"/>
              </a:ext>
            </a:extLst>
          </p:cNvPr>
          <p:cNvSpPr/>
          <p:nvPr/>
        </p:nvSpPr>
        <p:spPr>
          <a:xfrm>
            <a:off x="-7227" y="-5045"/>
            <a:ext cx="12217513" cy="6860523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914C5-E872-F937-694B-9226A87D21A6}"/>
              </a:ext>
            </a:extLst>
          </p:cNvPr>
          <p:cNvSpPr/>
          <p:nvPr/>
        </p:nvSpPr>
        <p:spPr>
          <a:xfrm rot="10800000" flipH="1">
            <a:off x="7226" y="-5045"/>
            <a:ext cx="12203060" cy="6863044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2BF5D5-EB9E-9501-6A32-C2BB4C8ED6A7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768E01-CF59-AC8E-6819-61512B528C04}"/>
              </a:ext>
            </a:extLst>
          </p:cNvPr>
          <p:cNvSpPr/>
          <p:nvPr/>
        </p:nvSpPr>
        <p:spPr>
          <a:xfrm rot="8431052" flipH="1">
            <a:off x="1403739" y="524809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865A1-AC73-67A9-BC14-E75D3F26BDE9}"/>
              </a:ext>
            </a:extLst>
          </p:cNvPr>
          <p:cNvSpPr/>
          <p:nvPr/>
        </p:nvSpPr>
        <p:spPr>
          <a:xfrm rot="16200000">
            <a:off x="-1913484" y="1896512"/>
            <a:ext cx="6860522" cy="3062447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807208"/>
            <a:ext cx="7644384" cy="334670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54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A3F06B-6751-4328-A64C-7E682DA41140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2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2555FD-4C27-26F9-D396-F44BD2552350}"/>
              </a:ext>
            </a:extLst>
          </p:cNvPr>
          <p:cNvSpPr/>
          <p:nvPr/>
        </p:nvSpPr>
        <p:spPr>
          <a:xfrm flipH="1"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D9F56-D5FE-5416-E898-561CCD18E63E}"/>
              </a:ext>
            </a:extLst>
          </p:cNvPr>
          <p:cNvSpPr/>
          <p:nvPr/>
        </p:nvSpPr>
        <p:spPr>
          <a:xfrm>
            <a:off x="-7226" y="2522"/>
            <a:ext cx="12210294" cy="6855478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E312D2-549E-F681-7F68-B8AAD2F7696A}"/>
              </a:ext>
            </a:extLst>
          </p:cNvPr>
          <p:cNvSpPr/>
          <p:nvPr/>
        </p:nvSpPr>
        <p:spPr>
          <a:xfrm rot="10800000" flipH="1">
            <a:off x="383414" y="0"/>
            <a:ext cx="11826874" cy="6858000"/>
          </a:xfrm>
          <a:prstGeom prst="rect">
            <a:avLst/>
          </a:prstGeom>
          <a:gradFill>
            <a:gsLst>
              <a:gs pos="0">
                <a:srgbClr val="FA0036">
                  <a:alpha val="4000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4FFFC-E214-3024-4ED7-32DAAA7A66E0}"/>
              </a:ext>
            </a:extLst>
          </p:cNvPr>
          <p:cNvSpPr/>
          <p:nvPr/>
        </p:nvSpPr>
        <p:spPr>
          <a:xfrm rot="5400000" flipH="1">
            <a:off x="4945773" y="-4953002"/>
            <a:ext cx="2286000" cy="12192001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3C23C4-6670-C4D3-CA25-EAF7EB91AC78}"/>
              </a:ext>
            </a:extLst>
          </p:cNvPr>
          <p:cNvSpPr/>
          <p:nvPr/>
        </p:nvSpPr>
        <p:spPr>
          <a:xfrm rot="10800000">
            <a:off x="3048" y="-5047"/>
            <a:ext cx="12188952" cy="6420678"/>
          </a:xfrm>
          <a:prstGeom prst="rect">
            <a:avLst/>
          </a:prstGeom>
          <a:gradFill>
            <a:gsLst>
              <a:gs pos="0">
                <a:srgbClr val="FA0036">
                  <a:alpha val="22000"/>
                </a:srgbClr>
              </a:gs>
              <a:gs pos="52000">
                <a:srgbClr val="FF907A">
                  <a:alpha val="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F9AED1-BD83-3598-C1F0-DC7ED0150981}"/>
              </a:ext>
            </a:extLst>
          </p:cNvPr>
          <p:cNvSpPr/>
          <p:nvPr/>
        </p:nvSpPr>
        <p:spPr>
          <a:xfrm rot="20481594" flipH="1">
            <a:off x="6172247" y="62627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96896"/>
            <a:ext cx="8933688" cy="3566160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6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9D34E2-F5B0-4166-BCAC-F99A4EBB0C26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93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5C5E01-6047-09D9-CA8C-ACF771ED4F5F}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35CD2-2790-A02E-C1A3-EB251A110779}"/>
              </a:ext>
            </a:extLst>
          </p:cNvPr>
          <p:cNvSpPr/>
          <p:nvPr/>
        </p:nvSpPr>
        <p:spPr>
          <a:xfrm flipH="1">
            <a:off x="-2" y="0"/>
            <a:ext cx="6096000" cy="6858000"/>
          </a:xfrm>
          <a:prstGeom prst="rect">
            <a:avLst/>
          </a:prstGeom>
          <a:gradFill>
            <a:gsLst>
              <a:gs pos="8000">
                <a:srgbClr val="FF907A"/>
              </a:gs>
              <a:gs pos="100000">
                <a:srgbClr val="DA002F">
                  <a:alpha val="88627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BCFA5-D41F-08E8-0C59-3B6D1AE8FC85}"/>
              </a:ext>
            </a:extLst>
          </p:cNvPr>
          <p:cNvSpPr/>
          <p:nvPr/>
        </p:nvSpPr>
        <p:spPr>
          <a:xfrm flipH="1">
            <a:off x="0" y="17416"/>
            <a:ext cx="5067300" cy="6840156"/>
          </a:xfrm>
          <a:prstGeom prst="rect">
            <a:avLst/>
          </a:prstGeom>
          <a:gradFill>
            <a:gsLst>
              <a:gs pos="22000">
                <a:srgbClr val="FF5076">
                  <a:alpha val="0"/>
                </a:srgbClr>
              </a:gs>
              <a:gs pos="99000">
                <a:srgbClr val="92248E">
                  <a:alpha val="91765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33A7D-2BA4-F824-376C-8607C290E93B}"/>
              </a:ext>
            </a:extLst>
          </p:cNvPr>
          <p:cNvSpPr/>
          <p:nvPr/>
        </p:nvSpPr>
        <p:spPr>
          <a:xfrm rot="5400000" flipH="1">
            <a:off x="-20998" y="723590"/>
            <a:ext cx="6595192" cy="5638799"/>
          </a:xfrm>
          <a:prstGeom prst="rect">
            <a:avLst/>
          </a:prstGeom>
          <a:gradFill>
            <a:gsLst>
              <a:gs pos="2000">
                <a:srgbClr val="DA002F">
                  <a:alpha val="18824"/>
                </a:srgbClr>
              </a:gs>
              <a:gs pos="57000">
                <a:srgbClr val="FE4A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FC381E-3DA3-22D7-F3CB-6FF3B17D6865}"/>
              </a:ext>
            </a:extLst>
          </p:cNvPr>
          <p:cNvSpPr/>
          <p:nvPr/>
        </p:nvSpPr>
        <p:spPr>
          <a:xfrm rot="12508972">
            <a:off x="652110" y="716188"/>
            <a:ext cx="5005754" cy="5005754"/>
          </a:xfrm>
          <a:prstGeom prst="ellipse">
            <a:avLst/>
          </a:pr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2745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4000" cap="all" spc="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buFont typeface="+mj-lt"/>
              <a:buAutoNum type="arabicPeriod"/>
              <a:defRPr lang="en-US"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2FDF1D-424D-4F55-8CAE-9342A40AFD8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8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3"/>
            <a:ext cx="12191998" cy="449257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742"/>
            <a:ext cx="6281929" cy="449258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0" y="1014984"/>
            <a:ext cx="4489704" cy="1463040"/>
          </a:xfrm>
        </p:spPr>
        <p:txBody>
          <a:bodyPr anchor="t">
            <a:normAutofit/>
          </a:bodyPr>
          <a:lstStyle>
            <a:lvl1pPr>
              <a:defRPr sz="4000" cap="all" spc="7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6281928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86600" y="2633472"/>
            <a:ext cx="4498848" cy="2980944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685800" indent="-2286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019B1F-F9E0-40A8-8123-21681C0812EB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9FF914-ECFF-A4E1-AD86-108676B324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606AF-234E-F01C-E350-3E326E5ABE30}"/>
              </a:ext>
            </a:extLst>
          </p:cNvPr>
          <p:cNvSpPr/>
          <p:nvPr/>
        </p:nvSpPr>
        <p:spPr>
          <a:xfrm>
            <a:off x="-11209" y="0"/>
            <a:ext cx="12203208" cy="1698952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FF8463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E6AE3A-A1C7-E9CA-615A-87942C8FD35D}"/>
              </a:ext>
            </a:extLst>
          </p:cNvPr>
          <p:cNvSpPr/>
          <p:nvPr/>
        </p:nvSpPr>
        <p:spPr>
          <a:xfrm>
            <a:off x="-11210" y="4199"/>
            <a:ext cx="8126510" cy="1694753"/>
          </a:xfrm>
          <a:prstGeom prst="rect">
            <a:avLst/>
          </a:prstGeom>
          <a:gradFill>
            <a:gsLst>
              <a:gs pos="37000">
                <a:srgbClr val="FF6C4F">
                  <a:alpha val="41961"/>
                </a:srgbClr>
              </a:gs>
              <a:gs pos="99000">
                <a:srgbClr val="DA002F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82EBC-AF50-5C78-B731-0C4380660AF5}"/>
              </a:ext>
            </a:extLst>
          </p:cNvPr>
          <p:cNvSpPr/>
          <p:nvPr/>
        </p:nvSpPr>
        <p:spPr>
          <a:xfrm>
            <a:off x="5466" y="-6046"/>
            <a:ext cx="12197741" cy="1694753"/>
          </a:xfrm>
          <a:prstGeom prst="rect">
            <a:avLst/>
          </a:prstGeom>
          <a:gradFill>
            <a:gsLst>
              <a:gs pos="32000">
                <a:srgbClr val="D861D4">
                  <a:alpha val="0"/>
                </a:srgbClr>
              </a:gs>
              <a:gs pos="100000">
                <a:srgbClr val="93258E">
                  <a:alpha val="65882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272" y="2203703"/>
            <a:ext cx="9875520" cy="4067623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55664"/>
            <a:ext cx="35570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6AF6F-B60F-4C18-B9AB-ED82420774C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8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103120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103120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005E-1485-423F-B5D4-36E24475CFEE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4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813048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1371" y="1600200"/>
            <a:ext cx="4892656" cy="36576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4E31E-DF49-445C-800F-5FFC1FA8170B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04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600200"/>
            <a:ext cx="3611880" cy="29992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1600200"/>
            <a:ext cx="6135624" cy="4297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1D06-5B5C-452D-81B5-D55337162AD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50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3547872" cy="496519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5776" y="704088"/>
            <a:ext cx="6394704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4B41-77D5-4516-9B41-E9168C96B23B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91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916936" cy="291693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626" y="704088"/>
            <a:ext cx="713232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37B679-27F6-4DEC-AE7E-AE12D4B5C168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19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68DFF7-84C4-DA92-2628-88F515669E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58C6A-FFB7-7F91-94AA-423822AA8C38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B507E-31E7-16F8-CF5C-A1250BA873D8}"/>
              </a:ext>
            </a:extLst>
          </p:cNvPr>
          <p:cNvSpPr/>
          <p:nvPr/>
        </p:nvSpPr>
        <p:spPr>
          <a:xfrm flipH="1">
            <a:off x="8022440" y="6406116"/>
            <a:ext cx="4169557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75488"/>
            <a:ext cx="640080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56232"/>
            <a:ext cx="640080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3F47ADC-E381-68F6-8F09-4B69A1B925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2440" y="603504"/>
            <a:ext cx="35538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8DFB-5F24-4AAB-A84B-D248D5DAC033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98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71C36B-E56C-A499-1D3F-AC8DC09B0A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72D07-FB95-F16C-6535-C8AEB3ACAFA0}"/>
              </a:ext>
            </a:extLst>
          </p:cNvPr>
          <p:cNvSpPr/>
          <p:nvPr/>
        </p:nvSpPr>
        <p:spPr>
          <a:xfrm rot="10800000" flipH="1">
            <a:off x="0" y="6408316"/>
            <a:ext cx="12192000" cy="449684"/>
          </a:xfrm>
          <a:prstGeom prst="rect">
            <a:avLst/>
          </a:prstGeom>
          <a:gradFill>
            <a:gsLst>
              <a:gs pos="14000">
                <a:srgbClr val="FE4A00">
                  <a:alpha val="27843"/>
                </a:srgbClr>
              </a:gs>
              <a:gs pos="100000">
                <a:srgbClr val="DA002F">
                  <a:alpha val="84706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AA119A-27E9-C86D-0929-AC7B5A35BD16}"/>
              </a:ext>
            </a:extLst>
          </p:cNvPr>
          <p:cNvSpPr/>
          <p:nvPr/>
        </p:nvSpPr>
        <p:spPr>
          <a:xfrm flipH="1">
            <a:off x="3807553" y="6408316"/>
            <a:ext cx="8384444" cy="449684"/>
          </a:xfrm>
          <a:prstGeom prst="rect">
            <a:avLst/>
          </a:prstGeom>
          <a:gradFill>
            <a:gsLst>
              <a:gs pos="9000">
                <a:srgbClr val="D861D4">
                  <a:alpha val="67843"/>
                </a:srgbClr>
              </a:gs>
              <a:gs pos="99000">
                <a:srgbClr val="92248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6DF379E-0D41-B503-1F7F-4E6B2B90CC4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3" y="603504"/>
            <a:ext cx="3192563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4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71286253-1B6C-4476-BA10-7DFF05BDD8C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85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41EC5E-2E3A-29A5-7F01-3D098A93F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DB1A6A-A82E-C28C-BC71-E59067A1D47F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683A0-4783-F398-8347-7EAF3DEE633C}"/>
              </a:ext>
            </a:extLst>
          </p:cNvPr>
          <p:cNvSpPr/>
          <p:nvPr/>
        </p:nvSpPr>
        <p:spPr>
          <a:xfrm flipH="1">
            <a:off x="8491125" y="6406116"/>
            <a:ext cx="370087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12572"/>
            <a:ext cx="6858000" cy="92354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608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917188-FC72-8B54-8EBD-7107C6956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91126" y="603504"/>
            <a:ext cx="3085177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6721B-6321-48CC-A06F-4DC67D115E8F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21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00FDF4-E04E-45E3-73D7-9BD1BD2BCA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CA41D-9DCB-DD45-31CF-2ACE1D2C681B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F0C67-B5B9-BA90-0D30-7132F7490891}"/>
              </a:ext>
            </a:extLst>
          </p:cNvPr>
          <p:cNvSpPr/>
          <p:nvPr/>
        </p:nvSpPr>
        <p:spPr>
          <a:xfrm flipH="1">
            <a:off x="5247320" y="6400799"/>
            <a:ext cx="6944677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475488"/>
            <a:ext cx="5440680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567FAE1-288E-FD4A-3F64-DC3B7101D93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A5FBC8-9F7C-5DDE-5C2A-6D231CC88D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4643816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3912" y="1856232"/>
            <a:ext cx="5440680" cy="4005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913992-B8EA-FD20-FD4D-5B72B7A440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5DF956-88B4-4B11-B70D-3316C48FAF0D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201357-21DD-EA1C-08A2-FA2DAB2250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90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205052-C3B6-6D2C-A5A8-3EFDF993E7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1E3123-7D9E-2A08-F196-CDF340945D9D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22AD7-5E04-F73B-69E6-5FA92F998C90}"/>
              </a:ext>
            </a:extLst>
          </p:cNvPr>
          <p:cNvSpPr/>
          <p:nvPr/>
        </p:nvSpPr>
        <p:spPr>
          <a:xfrm flipH="1">
            <a:off x="7284615" y="6400799"/>
            <a:ext cx="4907382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3504" y="603504"/>
            <a:ext cx="6681111" cy="52029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AB004D8-8BA8-480E-9129-E735C18CC49D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59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7562434" y="6406116"/>
            <a:ext cx="4629564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7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2843784" cy="51114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62436" y="0"/>
            <a:ext cx="4629564" cy="64099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4A58DCA-69A1-40C7-8F11-9BD47CD4C93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95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18C7C-1969-9C01-D038-301F240DE5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2EA85-E779-E444-F045-AF74D3205F21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930F6-9FDA-0841-96E2-360254453D93}"/>
              </a:ext>
            </a:extLst>
          </p:cNvPr>
          <p:cNvSpPr/>
          <p:nvPr/>
        </p:nvSpPr>
        <p:spPr>
          <a:xfrm flipH="1">
            <a:off x="8305800" y="6406116"/>
            <a:ext cx="3886200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04088"/>
            <a:ext cx="2907792" cy="237744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E8A78A-1F40-EF49-1E08-D639755062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704088"/>
            <a:ext cx="3776472" cy="534770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C519FC-A3E9-4C11-0C12-6C530C7375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05800" y="0"/>
            <a:ext cx="3886200" cy="640611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9D3850-0B82-7481-3C6F-0BDFA5DB557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DFD5A6-3F5B-4C93-83C0-9BE650DA716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DFD1F8-B2A4-E3EB-CFCC-88A8CB487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912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70C72-937F-4EEB-59FB-6FC29DF45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ABC61-0C94-EB2C-729D-13A2A74C04A2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3E17B-3D55-4567-37F8-1842ADBFD144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923544"/>
            <a:ext cx="3840480" cy="2505456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29184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3511295"/>
            <a:ext cx="6172200" cy="26062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FE0BFE-5A09-4B35-B85E-8253DEA6CAA6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71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016717-EA73-3C76-64BF-8AA29BC563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60BC6-378A-8F4F-1D44-FA6677F92D4E}"/>
              </a:ext>
            </a:extLst>
          </p:cNvPr>
          <p:cNvSpPr/>
          <p:nvPr/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DA002F"/>
              </a:gs>
              <a:gs pos="100000">
                <a:srgbClr val="D861D4">
                  <a:alpha val="58824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C97FE-4F82-FCF7-08CC-137F322BADB5}"/>
              </a:ext>
            </a:extLst>
          </p:cNvPr>
          <p:cNvSpPr/>
          <p:nvPr/>
        </p:nvSpPr>
        <p:spPr>
          <a:xfrm flipH="1">
            <a:off x="5029200" y="6406116"/>
            <a:ext cx="7162798" cy="461774"/>
          </a:xfrm>
          <a:prstGeom prst="rect">
            <a:avLst/>
          </a:prstGeom>
          <a:gradFill>
            <a:gsLst>
              <a:gs pos="19000">
                <a:srgbClr val="FF411C">
                  <a:alpha val="60784"/>
                </a:srgbClr>
              </a:gs>
              <a:gs pos="99000">
                <a:srgbClr val="FF907A">
                  <a:alpha val="86667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932688"/>
            <a:ext cx="3392424" cy="3182112"/>
          </a:xfrm>
        </p:spPr>
        <p:txBody>
          <a:bodyPr anchor="b"/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4DBEB0-C6B6-5CB8-ABF9-1B2039BB0E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FFF810E-C78F-40FB-2AAF-2EF21D0EC3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065776" y="0"/>
            <a:ext cx="6135624" cy="395935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9200" y="4206240"/>
            <a:ext cx="6172200" cy="164592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2D71-C1A3-7AD4-8B7D-05B964D2B9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451324D-67C5-4E93-BC3F-7AE321E5F6D8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76449E-1F63-DCB9-E493-5C6901BE3C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437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51A20-2748-7167-D322-21FEFCFAA8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B6C2A-5CA9-E68C-069E-E0E25559DCC0}"/>
              </a:ext>
            </a:extLst>
          </p:cNvPr>
          <p:cNvSpPr/>
          <p:nvPr/>
        </p:nvSpPr>
        <p:spPr>
          <a:xfrm flipH="1">
            <a:off x="-1" y="6408741"/>
            <a:ext cx="12191998" cy="449259"/>
          </a:xfrm>
          <a:prstGeom prst="rect">
            <a:avLst/>
          </a:prstGeom>
          <a:gradFill>
            <a:gsLst>
              <a:gs pos="34000">
                <a:srgbClr val="FE4A00">
                  <a:alpha val="72941"/>
                </a:srgbClr>
              </a:gs>
              <a:gs pos="100000">
                <a:srgbClr val="DA002F">
                  <a:alpha val="88627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0550C-DE5E-1065-0630-D03C188FDDD1}"/>
              </a:ext>
            </a:extLst>
          </p:cNvPr>
          <p:cNvSpPr/>
          <p:nvPr/>
        </p:nvSpPr>
        <p:spPr>
          <a:xfrm flipH="1">
            <a:off x="-1" y="6408314"/>
            <a:ext cx="7783998" cy="449686"/>
          </a:xfrm>
          <a:prstGeom prst="rect">
            <a:avLst/>
          </a:prstGeom>
          <a:gradFill>
            <a:gsLst>
              <a:gs pos="0">
                <a:srgbClr val="FD5353">
                  <a:alpha val="54902"/>
                </a:srgbClr>
              </a:gs>
              <a:gs pos="99000">
                <a:srgbClr val="972D8F">
                  <a:alpha val="73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832104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46617FE-5546-1330-38DE-729B1DB01C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7783999" cy="64113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9C33D4E-E2BE-E898-8127-4DC0FEE7EF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7056" y="6455664"/>
            <a:ext cx="355701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2852928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153B13C-4F7F-491E-137A-C175D2F343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639FB1-C416-4550-8B7F-818DCA7584C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5A4B81-1CBB-716F-B325-C1ECB6BA25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13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471F3A-3E6D-0DF1-74AB-CC9D04CFA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ED10C-5619-54D2-5D2D-E5D0A3E26E93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96777-297F-86C7-883A-2CA5E5F7CD86}"/>
              </a:ext>
            </a:extLst>
          </p:cNvPr>
          <p:cNvSpPr/>
          <p:nvPr/>
        </p:nvSpPr>
        <p:spPr>
          <a:xfrm flipH="1">
            <a:off x="6158536" y="6400799"/>
            <a:ext cx="6033460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12064"/>
            <a:ext cx="10844784" cy="117043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6A79F2-1363-2482-D116-A2760202AE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1984247"/>
            <a:ext cx="6214110" cy="387983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9959" y="1984248"/>
            <a:ext cx="3876346" cy="3879839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AA390-4D48-496D-9CF9-AA47EC8054B6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408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99FD1-4C4F-942E-5C24-C7F30C3E10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093A5D-CF9E-656F-6E4D-BBE26617BBEC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037C8-31EA-E42D-7880-3FC907A897D8}"/>
              </a:ext>
            </a:extLst>
          </p:cNvPr>
          <p:cNvSpPr/>
          <p:nvPr/>
        </p:nvSpPr>
        <p:spPr>
          <a:xfrm flipH="1">
            <a:off x="4380987" y="6400799"/>
            <a:ext cx="7811009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886200"/>
            <a:ext cx="3649468" cy="204825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72D447-6660-458A-13D3-C4FF070386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18" y="0"/>
            <a:ext cx="3520440" cy="364845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8072" y="704088"/>
            <a:ext cx="6428232" cy="5230368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F89BF-AB4A-41EB-BD3C-EE6397432347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4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75F419-3BE9-4269-E538-DB069E0C32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A2F20-DFC9-8EAE-10DC-BC89113C2D4F}"/>
              </a:ext>
            </a:extLst>
          </p:cNvPr>
          <p:cNvSpPr/>
          <p:nvPr/>
        </p:nvSpPr>
        <p:spPr>
          <a:xfrm rot="10800000" flipH="1">
            <a:off x="0" y="6400798"/>
            <a:ext cx="12192000" cy="457202"/>
          </a:xfrm>
          <a:prstGeom prst="rect">
            <a:avLst/>
          </a:prstGeom>
          <a:gradFill>
            <a:gsLst>
              <a:gs pos="25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C5968-63F8-AF79-49F2-4D9E9C22DD6B}"/>
              </a:ext>
            </a:extLst>
          </p:cNvPr>
          <p:cNvSpPr/>
          <p:nvPr/>
        </p:nvSpPr>
        <p:spPr>
          <a:xfrm flipH="1">
            <a:off x="3626812" y="6400799"/>
            <a:ext cx="8565184" cy="456772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04088"/>
            <a:ext cx="2895292" cy="1581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3F22A9-E31A-48F3-DD64-8A17645324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520" y="2368296"/>
            <a:ext cx="278892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128" y="704088"/>
            <a:ext cx="7123176" cy="5175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1CA1-E6E1-4903-A39F-729F30B73A8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866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034161-664F-95F7-2318-8455D39DC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F5F8B4-8FF0-1254-0A5B-CC22084F6C2D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4E1ECA-F93C-A483-C4F1-29C42597B7D2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6865F-89CC-BE15-EAA2-7DE6517391D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AFE0B0-2261-5CA7-AE61-EDC374B643E3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AA7DB0-DE62-3BEE-FB72-481649D63F9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CEE29-6799-F2C5-729F-491AE62D49D7}"/>
              </a:ext>
            </a:extLst>
          </p:cNvPr>
          <p:cNvSpPr/>
          <p:nvPr/>
        </p:nvSpPr>
        <p:spPr>
          <a:xfrm>
            <a:off x="-18286" y="4719145"/>
            <a:ext cx="12221346" cy="2148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974336"/>
            <a:ext cx="10433304" cy="144475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0704" y="704088"/>
            <a:ext cx="10661904" cy="3849624"/>
          </a:xfrm>
        </p:spPr>
        <p:txBody>
          <a:bodyPr anchor="b">
            <a:normAutofit/>
          </a:bodyPr>
          <a:lstStyle>
            <a:lvl1pPr marL="0" indent="0" algn="ctr">
              <a:buNone/>
              <a:defRPr sz="27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80555-5AA0-4039-B1D1-43225C709886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87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B2D57-DDE5-A73E-9F8B-DA3ACB699F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6F834-30C7-711B-1DA9-E85C7CC17F11}"/>
              </a:ext>
            </a:extLst>
          </p:cNvPr>
          <p:cNvSpPr/>
          <p:nvPr/>
        </p:nvSpPr>
        <p:spPr>
          <a:xfrm flipH="1">
            <a:off x="18287" y="-2522"/>
            <a:ext cx="12192000" cy="68655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66A7B6-C07F-DDF6-2DA7-A25316E3DB49}"/>
              </a:ext>
            </a:extLst>
          </p:cNvPr>
          <p:cNvSpPr/>
          <p:nvPr/>
        </p:nvSpPr>
        <p:spPr>
          <a:xfrm>
            <a:off x="-7227" y="-5045"/>
            <a:ext cx="12217513" cy="6868091"/>
          </a:xfrm>
          <a:prstGeom prst="rect">
            <a:avLst/>
          </a:prstGeom>
          <a:gradFill>
            <a:gsLst>
              <a:gs pos="0">
                <a:srgbClr val="FF411C">
                  <a:alpha val="66000"/>
                </a:srgbClr>
              </a:gs>
              <a:gs pos="99000">
                <a:srgbClr val="962077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767CC-CF27-DF8F-8449-932B71E7F814}"/>
              </a:ext>
            </a:extLst>
          </p:cNvPr>
          <p:cNvSpPr/>
          <p:nvPr/>
        </p:nvSpPr>
        <p:spPr>
          <a:xfrm rot="10800000" flipH="1">
            <a:off x="429475" y="-5045"/>
            <a:ext cx="11788038" cy="6863044"/>
          </a:xfrm>
          <a:prstGeom prst="rect">
            <a:avLst/>
          </a:prstGeom>
          <a:gradFill>
            <a:gsLst>
              <a:gs pos="0">
                <a:srgbClr val="FA0036">
                  <a:alpha val="3922"/>
                </a:srgbClr>
              </a:gs>
              <a:gs pos="99000">
                <a:srgbClr val="92248E">
                  <a:alpha val="97647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DF59EC-E66B-10C0-FD29-4F5A7C07CC05}"/>
              </a:ext>
            </a:extLst>
          </p:cNvPr>
          <p:cNvSpPr/>
          <p:nvPr/>
        </p:nvSpPr>
        <p:spPr>
          <a:xfrm rot="5400000" flipH="1">
            <a:off x="4958529" y="-4965758"/>
            <a:ext cx="2286000" cy="12217514"/>
          </a:xfrm>
          <a:prstGeom prst="rect">
            <a:avLst/>
          </a:prstGeom>
          <a:gradFill>
            <a:gsLst>
              <a:gs pos="20000">
                <a:srgbClr val="D861D4">
                  <a:alpha val="0"/>
                </a:srgbClr>
              </a:gs>
              <a:gs pos="100000">
                <a:srgbClr val="FF7037">
                  <a:alpha val="66000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A4547-53B1-493D-CE90-DA2AB946D64A}"/>
              </a:ext>
            </a:extLst>
          </p:cNvPr>
          <p:cNvSpPr/>
          <p:nvPr/>
        </p:nvSpPr>
        <p:spPr>
          <a:xfrm rot="16200000">
            <a:off x="-900224" y="892997"/>
            <a:ext cx="6860522" cy="5074531"/>
          </a:xfrm>
          <a:prstGeom prst="rect">
            <a:avLst/>
          </a:prstGeom>
          <a:gradFill>
            <a:gsLst>
              <a:gs pos="0">
                <a:srgbClr val="FA0036">
                  <a:alpha val="31000"/>
                </a:srgbClr>
              </a:gs>
              <a:gs pos="43000">
                <a:srgbClr val="FF907A">
                  <a:alpha val="1600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809744"/>
            <a:ext cx="8156448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 b="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03504"/>
            <a:ext cx="10543032" cy="4114800"/>
          </a:xfrm>
        </p:spPr>
        <p:txBody>
          <a:bodyPr anchor="b">
            <a:normAutofit/>
          </a:bodyPr>
          <a:lstStyle>
            <a:lvl1pPr marL="0" indent="0" algn="ctr">
              <a:buNone/>
              <a:defRPr sz="25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282FB1-48E5-4F0A-9E9C-35DF3C629227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079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3789-FF7A-62BD-CDC8-87D588F5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EC55A6-88B7-630F-AEB8-0B2270F5DE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603504"/>
            <a:ext cx="10863072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6A63-6BD8-15C3-E64B-8E6AD05CAE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B3FB7-267A-B05B-39EB-A75DD59B8C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49A69-19C1-4748-AF82-9FE4A85BF936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15E72-747E-7DEF-08E7-1715D8FA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27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FD00E-68E4-2C52-ADE7-B3CCEEF5D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A70C64-A82F-539E-FA22-E9EDFA88F0CB}"/>
              </a:ext>
            </a:extLst>
          </p:cNvPr>
          <p:cNvSpPr/>
          <p:nvPr/>
        </p:nvSpPr>
        <p:spPr>
          <a:xfrm flipH="1">
            <a:off x="-1" y="0"/>
            <a:ext cx="3076356" cy="6858000"/>
          </a:xfrm>
          <a:prstGeom prst="rect">
            <a:avLst/>
          </a:prstGeom>
          <a:gradFill>
            <a:gsLst>
              <a:gs pos="0">
                <a:srgbClr val="FF907A"/>
              </a:gs>
              <a:gs pos="100000">
                <a:srgbClr val="DA002F">
                  <a:alpha val="85882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51035-B1FE-075C-1780-50D3B30B2326}"/>
              </a:ext>
            </a:extLst>
          </p:cNvPr>
          <p:cNvSpPr/>
          <p:nvPr/>
        </p:nvSpPr>
        <p:spPr>
          <a:xfrm flipH="1">
            <a:off x="-6" y="-1"/>
            <a:ext cx="3076355" cy="4572001"/>
          </a:xfrm>
          <a:prstGeom prst="rect">
            <a:avLst/>
          </a:prstGeom>
          <a:gradFill>
            <a:gsLst>
              <a:gs pos="26000">
                <a:srgbClr val="FE4A00">
                  <a:alpha val="0"/>
                </a:srgbClr>
              </a:gs>
              <a:gs pos="100000">
                <a:srgbClr val="DA002F">
                  <a:alpha val="65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594AB-F53B-583B-B352-D96F6BEA3EAE}"/>
              </a:ext>
            </a:extLst>
          </p:cNvPr>
          <p:cNvSpPr/>
          <p:nvPr/>
        </p:nvSpPr>
        <p:spPr>
          <a:xfrm rot="5400000" flipH="1">
            <a:off x="-1890835" y="1890822"/>
            <a:ext cx="6858001" cy="3076355"/>
          </a:xfrm>
          <a:prstGeom prst="rect">
            <a:avLst/>
          </a:prstGeom>
          <a:gradFill>
            <a:gsLst>
              <a:gs pos="2000">
                <a:srgbClr val="9B3597"/>
              </a:gs>
              <a:gs pos="60000">
                <a:srgbClr val="D861D4">
                  <a:alpha val="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16DC94B-3BDB-1A55-CF02-E0ACF543DF06}"/>
              </a:ext>
            </a:extLst>
          </p:cNvPr>
          <p:cNvSpPr/>
          <p:nvPr/>
        </p:nvSpPr>
        <p:spPr>
          <a:xfrm rot="10800000">
            <a:off x="-25" y="875999"/>
            <a:ext cx="2609262" cy="4648800"/>
          </a:xfrm>
          <a:custGeom>
            <a:avLst/>
            <a:gdLst>
              <a:gd name="connsiteX0" fmla="*/ 2324400 w 2609262"/>
              <a:gd name="connsiteY0" fmla="*/ 4648800 h 4648800"/>
              <a:gd name="connsiteX1" fmla="*/ 0 w 2609262"/>
              <a:gd name="connsiteY1" fmla="*/ 2324400 h 4648800"/>
              <a:gd name="connsiteX2" fmla="*/ 2324400 w 2609262"/>
              <a:gd name="connsiteY2" fmla="*/ 0 h 4648800"/>
              <a:gd name="connsiteX3" fmla="*/ 2562056 w 2609262"/>
              <a:gd name="connsiteY3" fmla="*/ 12001 h 4648800"/>
              <a:gd name="connsiteX4" fmla="*/ 2609262 w 2609262"/>
              <a:gd name="connsiteY4" fmla="*/ 19205 h 4648800"/>
              <a:gd name="connsiteX5" fmla="*/ 2609262 w 2609262"/>
              <a:gd name="connsiteY5" fmla="*/ 4629595 h 4648800"/>
              <a:gd name="connsiteX6" fmla="*/ 2562056 w 2609262"/>
              <a:gd name="connsiteY6" fmla="*/ 4636799 h 4648800"/>
              <a:gd name="connsiteX7" fmla="*/ 2324400 w 2609262"/>
              <a:gd name="connsiteY7" fmla="*/ 4648800 h 464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09262" h="4648800">
                <a:moveTo>
                  <a:pt x="2324400" y="4648800"/>
                </a:moveTo>
                <a:cubicBezTo>
                  <a:pt x="1040669" y="4648800"/>
                  <a:pt x="0" y="3608131"/>
                  <a:pt x="0" y="2324400"/>
                </a:cubicBezTo>
                <a:cubicBezTo>
                  <a:pt x="0" y="1040669"/>
                  <a:pt x="1040669" y="0"/>
                  <a:pt x="2324400" y="0"/>
                </a:cubicBezTo>
                <a:cubicBezTo>
                  <a:pt x="2404633" y="0"/>
                  <a:pt x="2483917" y="4065"/>
                  <a:pt x="2562056" y="12001"/>
                </a:cubicBezTo>
                <a:lnTo>
                  <a:pt x="2609262" y="19205"/>
                </a:lnTo>
                <a:lnTo>
                  <a:pt x="2609262" y="4629595"/>
                </a:lnTo>
                <a:lnTo>
                  <a:pt x="2562056" y="4636799"/>
                </a:lnTo>
                <a:cubicBezTo>
                  <a:pt x="2483917" y="4644735"/>
                  <a:pt x="2404633" y="4648800"/>
                  <a:pt x="2324400" y="4648800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12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97458" y="731520"/>
            <a:ext cx="6794097" cy="555955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5528E2-81C6-40A8-BAF0-0F7E271EAAEB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799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20" y="978408"/>
            <a:ext cx="10177272" cy="4837176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48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40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605F-F3B5-44D1-B7F6-31C6B11C8978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905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09A4D1-63C5-2E23-5C6B-F8AF94782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070271-1317-4457-72C3-9560AF9D7416}"/>
              </a:ext>
            </a:extLst>
          </p:cNvPr>
          <p:cNvGrpSpPr/>
          <p:nvPr/>
        </p:nvGrpSpPr>
        <p:grpSpPr>
          <a:xfrm flipH="1" flipV="1">
            <a:off x="-12756" y="2522"/>
            <a:ext cx="12217513" cy="6863044"/>
            <a:chOff x="585170" y="-169430"/>
            <a:chExt cx="12217513" cy="68630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EA2358-7C35-E7F3-E8C3-3D28909E4016}"/>
                </a:ext>
              </a:extLst>
            </p:cNvPr>
            <p:cNvSpPr/>
            <p:nvPr/>
          </p:nvSpPr>
          <p:spPr>
            <a:xfrm>
              <a:off x="585170" y="-169430"/>
              <a:ext cx="12217513" cy="6860523"/>
            </a:xfrm>
            <a:prstGeom prst="rect">
              <a:avLst/>
            </a:prstGeom>
            <a:gradFill>
              <a:gsLst>
                <a:gs pos="0">
                  <a:srgbClr val="FF411C">
                    <a:alpha val="66000"/>
                  </a:srgbClr>
                </a:gs>
                <a:gs pos="99000">
                  <a:srgbClr val="962077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347F1A-F45E-1DB5-00F2-8254D6979D46}"/>
                </a:ext>
              </a:extLst>
            </p:cNvPr>
            <p:cNvSpPr/>
            <p:nvPr/>
          </p:nvSpPr>
          <p:spPr>
            <a:xfrm rot="10800000" flipH="1">
              <a:off x="585170" y="-169430"/>
              <a:ext cx="12203060" cy="6863044"/>
            </a:xfrm>
            <a:prstGeom prst="rect">
              <a:avLst/>
            </a:prstGeom>
            <a:gradFill>
              <a:gsLst>
                <a:gs pos="0">
                  <a:srgbClr val="FA0036">
                    <a:alpha val="3922"/>
                  </a:srgbClr>
                </a:gs>
                <a:gs pos="99000">
                  <a:srgbClr val="92248E">
                    <a:alpha val="97647"/>
                  </a:srgb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CF8B62-DFD0-EBF8-5BB9-282EB5B6124B}"/>
                </a:ext>
              </a:extLst>
            </p:cNvPr>
            <p:cNvSpPr/>
            <p:nvPr/>
          </p:nvSpPr>
          <p:spPr>
            <a:xfrm rot="5400000" flipH="1">
              <a:off x="5550927" y="-5130142"/>
              <a:ext cx="2286000" cy="12217513"/>
            </a:xfrm>
            <a:prstGeom prst="rect">
              <a:avLst/>
            </a:prstGeom>
            <a:gradFill>
              <a:gsLst>
                <a:gs pos="20000">
                  <a:srgbClr val="D861D4">
                    <a:alpha val="0"/>
                  </a:srgbClr>
                </a:gs>
                <a:gs pos="100000">
                  <a:srgbClr val="FF7037">
                    <a:alpha val="66000"/>
                  </a:srgbClr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CED88-F67D-F1DB-27DB-72BF0D6DDBFF}"/>
                </a:ext>
              </a:extLst>
            </p:cNvPr>
            <p:cNvSpPr/>
            <p:nvPr/>
          </p:nvSpPr>
          <p:spPr>
            <a:xfrm rot="16200000">
              <a:off x="-1313867" y="1732127"/>
              <a:ext cx="6860522" cy="3062447"/>
            </a:xfrm>
            <a:prstGeom prst="rect">
              <a:avLst/>
            </a:prstGeom>
            <a:gradFill>
              <a:gsLst>
                <a:gs pos="0">
                  <a:srgbClr val="FA0036">
                    <a:alpha val="31000"/>
                  </a:srgbClr>
                </a:gs>
                <a:gs pos="43000">
                  <a:srgbClr val="FF907A">
                    <a:alpha val="16000"/>
                  </a:srgb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EBBFD2-5112-E929-5402-0348DC2938AB}"/>
              </a:ext>
            </a:extLst>
          </p:cNvPr>
          <p:cNvSpPr/>
          <p:nvPr/>
        </p:nvSpPr>
        <p:spPr>
          <a:xfrm rot="12508972">
            <a:off x="5465204" y="1877618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41000">
                <a:srgbClr val="FF907A">
                  <a:alpha val="0"/>
                </a:srgbClr>
              </a:gs>
              <a:gs pos="100000">
                <a:srgbClr val="FFBCAF">
                  <a:alpha val="33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9311F-FD36-C119-8B93-522F477634FB}"/>
              </a:ext>
            </a:extLst>
          </p:cNvPr>
          <p:cNvSpPr/>
          <p:nvPr/>
        </p:nvSpPr>
        <p:spPr>
          <a:xfrm flipV="1">
            <a:off x="-18286" y="-5046"/>
            <a:ext cx="12221346" cy="5094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519" y="731520"/>
            <a:ext cx="9181224" cy="3806425"/>
          </a:xfrm>
        </p:spPr>
        <p:txBody>
          <a:bodyPr anchor="t">
            <a:normAutofit/>
          </a:bodyPr>
          <a:lstStyle>
            <a:lvl1pPr marL="0" indent="0">
              <a:lnSpc>
                <a:spcPct val="110000"/>
              </a:lnSpc>
              <a:buNone/>
              <a:defRPr sz="4600" b="1" cap="none" spc="100" baseline="0">
                <a:latin typeface="+mj-lt"/>
              </a:defRPr>
            </a:lvl1pPr>
            <a:lvl2pPr marL="228600" indent="0">
              <a:lnSpc>
                <a:spcPct val="110000"/>
              </a:lnSpc>
              <a:buNone/>
              <a:defRPr sz="3600" b="1" cap="none" spc="100" baseline="0">
                <a:latin typeface="+mj-lt"/>
              </a:defRPr>
            </a:lvl2pPr>
            <a:lvl3pPr marL="457200" indent="0">
              <a:lnSpc>
                <a:spcPct val="110000"/>
              </a:lnSpc>
              <a:buNone/>
              <a:defRPr sz="3200" b="1" cap="none" spc="100" baseline="0">
                <a:latin typeface="+mj-lt"/>
              </a:defRPr>
            </a:lvl3pPr>
            <a:lvl4pPr marL="685800" indent="0">
              <a:lnSpc>
                <a:spcPct val="110000"/>
              </a:lnSpc>
              <a:buNone/>
              <a:defRPr sz="2800" b="1" cap="none" spc="100" baseline="0">
                <a:latin typeface="+mj-lt"/>
              </a:defRPr>
            </a:lvl4pPr>
            <a:lvl5pPr marL="914400" indent="0">
              <a:lnSpc>
                <a:spcPct val="110000"/>
              </a:lnSpc>
              <a:buNone/>
              <a:defRPr sz="2400" b="1" cap="none" spc="1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D5DB-B0AB-4B30-B4E2-CD0D5A14763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1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C6A6A9-A341-BF9D-FA80-3868D42AC7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9BFB5-5C25-0FCB-27C7-A478767CACAC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B5F22C-2988-B6EC-AA0B-D03BCA1A0B45}"/>
              </a:ext>
            </a:extLst>
          </p:cNvPr>
          <p:cNvSpPr/>
          <p:nvPr/>
        </p:nvSpPr>
        <p:spPr>
          <a:xfrm rot="10800000" flipH="1">
            <a:off x="1009651" y="4853253"/>
            <a:ext cx="10172700" cy="976045"/>
          </a:xfrm>
          <a:prstGeom prst="rect">
            <a:avLst/>
          </a:prstGeom>
          <a:gradFill>
            <a:gsLst>
              <a:gs pos="0">
                <a:srgbClr val="FE4A00">
                  <a:alpha val="66667"/>
                </a:srgbClr>
              </a:gs>
              <a:gs pos="100000">
                <a:srgbClr val="9C2C97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9EC5E-5DB0-5907-06E8-B18F1AE29144}"/>
              </a:ext>
            </a:extLst>
          </p:cNvPr>
          <p:cNvSpPr/>
          <p:nvPr/>
        </p:nvSpPr>
        <p:spPr>
          <a:xfrm flipH="1">
            <a:off x="1009648" y="4853256"/>
            <a:ext cx="7105652" cy="976043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0056"/>
            <a:ext cx="9198864" cy="64922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1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20824" y="1737360"/>
            <a:ext cx="8156448" cy="25694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3500">
                <a:latin typeface="+mj-lt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9EA1B-07C3-4F43-B7BA-72BA44EE9757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26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F513F4-C880-287E-B00A-BD9B413CBE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8A6AB-C3A8-7501-6BC6-83CFA6C0F9A3}"/>
              </a:ext>
            </a:extLst>
          </p:cNvPr>
          <p:cNvSpPr/>
          <p:nvPr/>
        </p:nvSpPr>
        <p:spPr>
          <a:xfrm>
            <a:off x="1009651" y="1028698"/>
            <a:ext cx="10172706" cy="4800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F9668-0C20-D45C-536B-66FBB7F30C45}"/>
              </a:ext>
            </a:extLst>
          </p:cNvPr>
          <p:cNvSpPr/>
          <p:nvPr/>
        </p:nvSpPr>
        <p:spPr>
          <a:xfrm flipH="1">
            <a:off x="1009649" y="1028699"/>
            <a:ext cx="10174534" cy="4800598"/>
          </a:xfrm>
          <a:prstGeom prst="rect">
            <a:avLst/>
          </a:prstGeom>
          <a:gradFill>
            <a:gsLst>
              <a:gs pos="9000">
                <a:srgbClr val="FF9265"/>
              </a:gs>
              <a:gs pos="95000">
                <a:srgbClr val="DA002F">
                  <a:alpha val="79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C855-B15C-090B-5493-3D36B8A52654}"/>
              </a:ext>
            </a:extLst>
          </p:cNvPr>
          <p:cNvSpPr/>
          <p:nvPr/>
        </p:nvSpPr>
        <p:spPr>
          <a:xfrm rot="10800000" flipH="1">
            <a:off x="1005991" y="4421079"/>
            <a:ext cx="10176358" cy="1408215"/>
          </a:xfrm>
          <a:prstGeom prst="rect">
            <a:avLst/>
          </a:prstGeom>
          <a:gradFill>
            <a:gsLst>
              <a:gs pos="26000">
                <a:srgbClr val="BA0267">
                  <a:alpha val="0"/>
                </a:srgbClr>
              </a:gs>
              <a:gs pos="95000">
                <a:srgbClr val="9B3597">
                  <a:alpha val="62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81CB20-1010-8C73-0086-CAB904E4B99D}"/>
              </a:ext>
            </a:extLst>
          </p:cNvPr>
          <p:cNvSpPr/>
          <p:nvPr/>
        </p:nvSpPr>
        <p:spPr>
          <a:xfrm rot="5400000" flipH="1">
            <a:off x="3568444" y="-1531928"/>
            <a:ext cx="4800598" cy="9921854"/>
          </a:xfrm>
          <a:prstGeom prst="rect">
            <a:avLst/>
          </a:prstGeom>
          <a:gradFill>
            <a:gsLst>
              <a:gs pos="22000">
                <a:srgbClr val="A60296">
                  <a:alpha val="49000"/>
                </a:srgbClr>
              </a:gs>
              <a:gs pos="99000">
                <a:srgbClr val="DA002F">
                  <a:alpha val="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2224" y="4736592"/>
            <a:ext cx="8349303" cy="7955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200" cap="all" spc="4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481328"/>
            <a:ext cx="8001000" cy="2752344"/>
          </a:xfrm>
        </p:spPr>
        <p:txBody>
          <a:bodyPr vert="horz" lIns="91440" tIns="45720" rIns="91440" bIns="45720" rtlCol="0" anchor="ctr">
            <a:normAutofit/>
          </a:bodyPr>
          <a:lstStyle>
            <a:lvl1pPr marL="128016" indent="-137160">
              <a:lnSpc>
                <a:spcPct val="110000"/>
              </a:lnSpc>
              <a:buNone/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3807E-EE2A-4FC6-9EE1-019AAE762D48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662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9A9201-705F-55B6-3F46-D68411A32E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BBA50-2898-3426-D749-CD2833395810}"/>
              </a:ext>
            </a:extLst>
          </p:cNvPr>
          <p:cNvSpPr/>
          <p:nvPr/>
        </p:nvSpPr>
        <p:spPr>
          <a:xfrm>
            <a:off x="1009651" y="1028701"/>
            <a:ext cx="10172700" cy="480059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BEDF5-EA71-E3BD-29EA-A8A58B1227EE}"/>
              </a:ext>
            </a:extLst>
          </p:cNvPr>
          <p:cNvSpPr/>
          <p:nvPr/>
        </p:nvSpPr>
        <p:spPr>
          <a:xfrm flipH="1">
            <a:off x="8115303" y="1028698"/>
            <a:ext cx="3086100" cy="4800599"/>
          </a:xfrm>
          <a:prstGeom prst="rect">
            <a:avLst/>
          </a:prstGeom>
          <a:gradFill>
            <a:gsLst>
              <a:gs pos="0">
                <a:srgbClr val="FE4A00">
                  <a:alpha val="81000"/>
                </a:srgbClr>
              </a:gs>
              <a:gs pos="100000">
                <a:srgbClr val="9C2C97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BA6F75-CEBF-CDAC-9F4B-3C794F813211}"/>
              </a:ext>
            </a:extLst>
          </p:cNvPr>
          <p:cNvSpPr/>
          <p:nvPr/>
        </p:nvSpPr>
        <p:spPr>
          <a:xfrm rot="10800000" flipH="1">
            <a:off x="8124832" y="1028696"/>
            <a:ext cx="3076572" cy="3584648"/>
          </a:xfrm>
          <a:prstGeom prst="rect">
            <a:avLst/>
          </a:prstGeom>
          <a:gradFill>
            <a:gsLst>
              <a:gs pos="0">
                <a:srgbClr val="FF6753">
                  <a:alpha val="0"/>
                </a:srgbClr>
              </a:gs>
              <a:gs pos="99000">
                <a:srgbClr val="D6002E">
                  <a:alpha val="44000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1148C-8DD9-6154-C68C-8F67AD965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1352" y="1792224"/>
            <a:ext cx="2322576" cy="3465576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cap="all" spc="4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8300-91F9-3B16-1D97-7082381C6A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360" y="1399032"/>
            <a:ext cx="5751576" cy="4041648"/>
          </a:xfrm>
        </p:spPr>
        <p:txBody>
          <a:bodyPr vert="horz" lIns="91440" tIns="45720" rIns="91440" bIns="45720" rtlCol="0" anchor="ctr">
            <a:normAutofit/>
          </a:bodyPr>
          <a:lstStyle>
            <a:lvl1pPr marL="182880" indent="-182880">
              <a:lnSpc>
                <a:spcPct val="110000"/>
              </a:lnSpc>
              <a:spcBef>
                <a:spcPts val="0"/>
              </a:spcBef>
              <a:buNone/>
              <a:defRPr lang="en-US" sz="3400" b="1" dirty="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8FECD6-59B2-0E39-163B-DB3FB28DD90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F7370-1EC1-45B2-A4ED-6E75D0D33CB2}" type="datetime2">
              <a:rPr lang="en-US" smtClean="0"/>
              <a:t>Wednesday, February 4,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98F5A93-8140-CBD8-D340-993817719A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F16B6F-7839-1AC1-F1B6-E5DD5CB264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655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294248"/>
            <a:ext cx="10844784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1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1384" y="1563624"/>
            <a:ext cx="50749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88F3-C7E5-4A3A-8622-BE18DF2C9CD0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110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10844784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07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4" y="1380744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00622" y="2020888"/>
            <a:ext cx="5074920" cy="41147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8457-C0B1-48D7-AA49-8444851E001C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53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92608"/>
            <a:ext cx="9985248" cy="9601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25F8A-070F-4C2E-8BEF-7769438DDE34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145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A0DE-C1EF-4C95-BCFB-EDA7D552732F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34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39309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A9131-97A4-4253-BF80-685917177C53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091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1520" y="2826137"/>
            <a:ext cx="3310128" cy="3153877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E5A5D34-8853-9D0F-8F1B-90E5CC5A7D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1313" y="603504"/>
            <a:ext cx="6154737" cy="537651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B38C-EAAD-4752-A6B6-9F33A31C7FA1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971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0E46A2F-19F0-DFCD-9CE3-04C79F793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DC8D0-ECB3-9C81-4ADA-D2C30B00B146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9673D-65B2-D6C4-C53F-8652E7E8A8A2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E07E3-56CC-285D-C461-695C95F6ECD4}"/>
              </a:ext>
            </a:extLst>
          </p:cNvPr>
          <p:cNvSpPr/>
          <p:nvPr/>
        </p:nvSpPr>
        <p:spPr>
          <a:xfrm rot="10800000">
            <a:off x="8115300" y="-1"/>
            <a:ext cx="4076700" cy="3200400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13C450-5422-C684-DC49-499D1A1B957B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10881360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3657600"/>
            <a:ext cx="10881360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70D6DD4-D4A4-4FD2-90EE-29743B49734D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8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75154-47EA-9315-F160-02DA5541D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7130E-6216-789E-BE08-6D1E3E75622B}"/>
              </a:ext>
            </a:extLst>
          </p:cNvPr>
          <p:cNvSpPr/>
          <p:nvPr/>
        </p:nvSpPr>
        <p:spPr>
          <a:xfrm>
            <a:off x="-6" y="1"/>
            <a:ext cx="12192006" cy="3200400"/>
          </a:xfrm>
          <a:prstGeom prst="rect">
            <a:avLst/>
          </a:prstGeom>
          <a:gradFill>
            <a:gsLst>
              <a:gs pos="8000">
                <a:srgbClr val="D861D4"/>
              </a:gs>
              <a:gs pos="100000">
                <a:srgbClr val="DA002F">
                  <a:alpha val="77647"/>
                </a:srgb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99983-7B9C-7C3D-25C2-1715A4226DE4}"/>
              </a:ext>
            </a:extLst>
          </p:cNvPr>
          <p:cNvSpPr/>
          <p:nvPr/>
        </p:nvSpPr>
        <p:spPr>
          <a:xfrm rot="16200000">
            <a:off x="4495799" y="-4495803"/>
            <a:ext cx="3200402" cy="12192003"/>
          </a:xfrm>
          <a:prstGeom prst="rect">
            <a:avLst/>
          </a:prstGeom>
          <a:gradFill>
            <a:gsLst>
              <a:gs pos="0">
                <a:srgbClr val="FE4A00">
                  <a:alpha val="49804"/>
                </a:srgbClr>
              </a:gs>
              <a:gs pos="99000">
                <a:srgbClr val="92248E">
                  <a:alpha val="62353"/>
                </a:srgb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92B90-6109-F01B-1ABB-6BED7A1F1389}"/>
              </a:ext>
            </a:extLst>
          </p:cNvPr>
          <p:cNvSpPr/>
          <p:nvPr/>
        </p:nvSpPr>
        <p:spPr>
          <a:xfrm rot="10800000">
            <a:off x="8115300" y="-5"/>
            <a:ext cx="4076700" cy="3200404"/>
          </a:xfrm>
          <a:prstGeom prst="rect">
            <a:avLst/>
          </a:prstGeom>
          <a:gradFill>
            <a:gsLst>
              <a:gs pos="0">
                <a:srgbClr val="DA002F">
                  <a:alpha val="12941"/>
                </a:srgbClr>
              </a:gs>
              <a:gs pos="84000">
                <a:srgbClr val="FF907A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8F1BDFB-261A-F796-17BC-584DAB2E77B1}"/>
              </a:ext>
            </a:extLst>
          </p:cNvPr>
          <p:cNvSpPr/>
          <p:nvPr/>
        </p:nvSpPr>
        <p:spPr>
          <a:xfrm rot="12508972">
            <a:off x="5601200" y="-1241452"/>
            <a:ext cx="4600694" cy="3518859"/>
          </a:xfrm>
          <a:custGeom>
            <a:avLst/>
            <a:gdLst>
              <a:gd name="connsiteX0" fmla="*/ 4600694 w 4600694"/>
              <a:gd name="connsiteY0" fmla="*/ 1140993 h 3518859"/>
              <a:gd name="connsiteX1" fmla="*/ 218087 w 4600694"/>
              <a:gd name="connsiteY1" fmla="*/ 3518859 h 3518859"/>
              <a:gd name="connsiteX2" fmla="*/ 141518 w 4600694"/>
              <a:gd name="connsiteY2" fmla="*/ 3334617 h 3518859"/>
              <a:gd name="connsiteX3" fmla="*/ 0 w 4600694"/>
              <a:gd name="connsiteY3" fmla="*/ 2502877 h 3518859"/>
              <a:gd name="connsiteX4" fmla="*/ 2502877 w 4600694"/>
              <a:gd name="connsiteY4" fmla="*/ 0 h 3518859"/>
              <a:gd name="connsiteX5" fmla="*/ 4526396 w 4600694"/>
              <a:gd name="connsiteY5" fmla="*/ 1029569 h 351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00694" h="3518859">
                <a:moveTo>
                  <a:pt x="4600694" y="1140993"/>
                </a:moveTo>
                <a:lnTo>
                  <a:pt x="218087" y="3518859"/>
                </a:lnTo>
                <a:lnTo>
                  <a:pt x="141518" y="3334617"/>
                </a:lnTo>
                <a:cubicBezTo>
                  <a:pt x="49860" y="3074390"/>
                  <a:pt x="0" y="2794456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334417" y="0"/>
                  <a:pt x="4071245" y="405511"/>
                  <a:pt x="4526396" y="1029569"/>
                </a:cubicBezTo>
                <a:close/>
              </a:path>
            </a:pathLst>
          </a:custGeom>
          <a:gradFill>
            <a:gsLst>
              <a:gs pos="31000">
                <a:srgbClr val="FF907A">
                  <a:alpha val="0"/>
                </a:srgbClr>
              </a:gs>
              <a:gs pos="85000">
                <a:srgbClr val="FFBCAF">
                  <a:alpha val="23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80672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228600" indent="0">
              <a:buNone/>
              <a:defRPr lang="en-US" sz="2000" dirty="0"/>
            </a:lvl2pPr>
            <a:lvl3pPr marL="457200" indent="0">
              <a:buNone/>
              <a:defRPr lang="en-US" sz="1800" dirty="0"/>
            </a:lvl3pPr>
            <a:lvl4pPr marL="685800" indent="0">
              <a:buNone/>
              <a:defRPr lang="en-US" sz="16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812B7D-2375-41E3-8CF6-637C0157FD6F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70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E3211F5-0F92-9768-CA9E-42BD20D242AD}"/>
              </a:ext>
            </a:extLst>
          </p:cNvPr>
          <p:cNvSpPr/>
          <p:nvPr/>
        </p:nvSpPr>
        <p:spPr>
          <a:xfrm rot="10800000" flipH="1">
            <a:off x="0" y="6410026"/>
            <a:ext cx="12192000" cy="448056"/>
          </a:xfrm>
          <a:prstGeom prst="rect">
            <a:avLst/>
          </a:prstGeom>
          <a:gradFill>
            <a:gsLst>
              <a:gs pos="62000">
                <a:srgbClr val="FE4A00">
                  <a:alpha val="66667"/>
                </a:srgbClr>
              </a:gs>
              <a:gs pos="100000">
                <a:srgbClr val="DA002F">
                  <a:alpha val="84706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65722-DE3B-A05F-AE94-E31AF26EBF9D}"/>
              </a:ext>
            </a:extLst>
          </p:cNvPr>
          <p:cNvSpPr/>
          <p:nvPr/>
        </p:nvSpPr>
        <p:spPr>
          <a:xfrm flipH="1">
            <a:off x="4076700" y="6409937"/>
            <a:ext cx="8115298" cy="448063"/>
          </a:xfrm>
          <a:prstGeom prst="rect">
            <a:avLst/>
          </a:prstGeom>
          <a:gradFill>
            <a:gsLst>
              <a:gs pos="9000">
                <a:srgbClr val="E349BB">
                  <a:alpha val="61961"/>
                </a:srgbClr>
              </a:gs>
              <a:gs pos="99000">
                <a:srgbClr val="92248E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985248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272" y="1837944"/>
            <a:ext cx="9985248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581912" y="1682496"/>
            <a:ext cx="355701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22008" y="6455664"/>
            <a:ext cx="46725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7FA31CB7-48AA-4691-B614-160E906C518A}" type="datetime2">
              <a:rPr lang="en-US" smtClean="0"/>
              <a:t>Wednesday, February 4,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6304" y="6455664"/>
            <a:ext cx="54864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spc="200" baseline="0"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8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  <p:sldLayoutId id="2147483881" r:id="rId18"/>
    <p:sldLayoutId id="2147483882" r:id="rId19"/>
    <p:sldLayoutId id="2147483883" r:id="rId20"/>
    <p:sldLayoutId id="2147483884" r:id="rId21"/>
    <p:sldLayoutId id="2147483885" r:id="rId22"/>
    <p:sldLayoutId id="2147483886" r:id="rId23"/>
    <p:sldLayoutId id="2147483887" r:id="rId24"/>
    <p:sldLayoutId id="2147483888" r:id="rId25"/>
    <p:sldLayoutId id="2147483889" r:id="rId26"/>
    <p:sldLayoutId id="2147483890" r:id="rId27"/>
    <p:sldLayoutId id="2147483891" r:id="rId28"/>
    <p:sldLayoutId id="2147483892" r:id="rId29"/>
    <p:sldLayoutId id="2147483893" r:id="rId30"/>
    <p:sldLayoutId id="2147483894" r:id="rId31"/>
    <p:sldLayoutId id="2147483863" r:id="rId32"/>
    <p:sldLayoutId id="2147483895" r:id="rId33"/>
    <p:sldLayoutId id="2147483896" r:id="rId34"/>
    <p:sldLayoutId id="2147483897" r:id="rId35"/>
    <p:sldLayoutId id="2147483898" r:id="rId36"/>
    <p:sldLayoutId id="2147483899" r:id="rId37"/>
    <p:sldLayoutId id="2147483900" r:id="rId38"/>
    <p:sldLayoutId id="2147483901" r:id="rId39"/>
    <p:sldLayoutId id="2147483902" r:id="rId40"/>
    <p:sldLayoutId id="2147483907" r:id="rId41"/>
    <p:sldLayoutId id="2147483903" r:id="rId42"/>
    <p:sldLayoutId id="2147483904" r:id="rId43"/>
    <p:sldLayoutId id="2147483905" r:id="rId44"/>
    <p:sldLayoutId id="2147483906" r:id="rId45"/>
    <p:sldLayoutId id="2147483860" r:id="rId46"/>
    <p:sldLayoutId id="2147483861" r:id="rId47"/>
    <p:sldLayoutId id="2147483862" r:id="rId4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ioethics.com/archives/95816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4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creativecommons.org/licenses/by-nc-nd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dtv.com/video/ai-agents-seek-private-communication-raising-new-governance-concerns-1055108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tapsfdc22-dev" TargetMode="External"/><Relationship Id="rId2" Type="http://schemas.openxmlformats.org/officeDocument/2006/relationships/hyperlink" Target="https://www.linkedin.com/in/pratap2203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6D29-F725-2139-966E-7D29D95A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9576"/>
            <a:ext cx="9994392" cy="1728216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Autonomous </a:t>
            </a:r>
            <a:br>
              <a:rPr lang="en-US" sz="3800" b="1" dirty="0"/>
            </a:br>
            <a:r>
              <a:rPr lang="en-US" sz="3800" b="1" dirty="0"/>
              <a:t>AI Salesforce Developer Agent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226A1-AEDA-3456-48AE-848DBA8F33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3931920"/>
            <a:ext cx="9994392" cy="160113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Building an End-to-End Automated Salesforce Configuration System</a:t>
            </a:r>
            <a:br>
              <a:rPr lang="en-US" dirty="0"/>
            </a:br>
            <a:r>
              <a:rPr lang="en-US" dirty="0"/>
              <a:t>POC BY: Pratap Kumar </a:t>
            </a:r>
            <a:r>
              <a:rPr lang="en-US" dirty="0" err="1"/>
              <a:t>Pattanayak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Powered By: </a:t>
            </a:r>
          </a:p>
          <a:p>
            <a:endParaRPr lang="en-US" dirty="0"/>
          </a:p>
        </p:txBody>
      </p:sp>
      <p:pic>
        <p:nvPicPr>
          <p:cNvPr id="5" name="Picture 4" descr="A logo with text and a pink line&#10;&#10;AI-generated content may be incorrect.">
            <a:extLst>
              <a:ext uri="{FF2B5EF4-FFF2-40B4-BE49-F238E27FC236}">
                <a16:creationId xmlns:a16="http://schemas.microsoft.com/office/drawing/2014/main" id="{D6D2363D-4B39-0881-C1B1-C84DC05E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03" y="4912281"/>
            <a:ext cx="1749101" cy="1105154"/>
          </a:xfrm>
          <a:prstGeom prst="rect">
            <a:avLst/>
          </a:prstGeom>
        </p:spPr>
      </p:pic>
      <p:pic>
        <p:nvPicPr>
          <p:cNvPr id="12" name="Picture 11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428019B6-182F-0F3F-C824-ED25DB21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4921612"/>
            <a:ext cx="1506484" cy="951858"/>
          </a:xfrm>
          <a:prstGeom prst="rect">
            <a:avLst/>
          </a:prstGeom>
        </p:spPr>
      </p:pic>
      <p:pic>
        <p:nvPicPr>
          <p:cNvPr id="14" name="Picture 13" descr="A logo with a white flower&#10;&#10;AI-generated content may be incorrect.">
            <a:extLst>
              <a:ext uri="{FF2B5EF4-FFF2-40B4-BE49-F238E27FC236}">
                <a16:creationId xmlns:a16="http://schemas.microsoft.com/office/drawing/2014/main" id="{7A5CA8EE-D3EE-4304-6BC7-67CF25438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898" y="4924478"/>
            <a:ext cx="1615873" cy="1020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158F61-4884-3005-1B37-EF73276D9E16}"/>
              </a:ext>
            </a:extLst>
          </p:cNvPr>
          <p:cNvSpPr txBox="1"/>
          <p:nvPr/>
        </p:nvSpPr>
        <p:spPr>
          <a:xfrm>
            <a:off x="4842246" y="5683843"/>
            <a:ext cx="1018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Tooling Api</a:t>
            </a:r>
          </a:p>
        </p:txBody>
      </p:sp>
      <p:pic>
        <p:nvPicPr>
          <p:cNvPr id="19" name="Picture 18" descr="A logo of a company&#10;&#10;AI-generated content may be incorrect.">
            <a:extLst>
              <a:ext uri="{FF2B5EF4-FFF2-40B4-BE49-F238E27FC236}">
                <a16:creationId xmlns:a16="http://schemas.microsoft.com/office/drawing/2014/main" id="{AC3014BA-A39A-5B18-5C9E-A0E5BAC66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872" y="4817762"/>
            <a:ext cx="1749101" cy="95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81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90EC-4803-69B0-BF1F-E2BA3F66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4" y="310896"/>
            <a:ext cx="6858000" cy="923544"/>
          </a:xfrm>
        </p:spPr>
        <p:txBody>
          <a:bodyPr anchor="b">
            <a:normAutofit/>
          </a:bodyPr>
          <a:lstStyle/>
          <a:p>
            <a:r>
              <a:rPr lang="en-US" dirty="0"/>
              <a:t>Executive Summary</a:t>
            </a:r>
            <a:endParaRPr lang="en-US" b="0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C8CF26F-1755-4C33-90A0-BE7FF44102C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15018065"/>
              </p:ext>
            </p:extLst>
          </p:nvPr>
        </p:nvGraphicFramePr>
        <p:xfrm>
          <a:off x="4718304" y="1380744"/>
          <a:ext cx="6858000" cy="4608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Picture Placeholder 19" descr="A close-up of a network&#10;&#10;AI-generated content may be incorrect.">
            <a:extLst>
              <a:ext uri="{FF2B5EF4-FFF2-40B4-BE49-F238E27FC236}">
                <a16:creationId xmlns:a16="http://schemas.microsoft.com/office/drawing/2014/main" id="{BC1FFCB1-F27F-E68E-67EF-01175BDF19F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32746" r="32746"/>
          <a:stretch>
            <a:fillRect/>
          </a:stretch>
        </p:blipFill>
        <p:spPr/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250757F-9D3E-9D42-2E48-3CFE0CD080AD}"/>
              </a:ext>
            </a:extLst>
          </p:cNvPr>
          <p:cNvSpPr txBox="1"/>
          <p:nvPr/>
        </p:nvSpPr>
        <p:spPr>
          <a:xfrm>
            <a:off x="603503" y="5806440"/>
            <a:ext cx="3192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8" tooltip="https://bioethics.com/archives/95816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9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0127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5355-EFD7-DC9F-9E58-F8611607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892" y="595107"/>
            <a:ext cx="4489704" cy="1463040"/>
          </a:xfrm>
        </p:spPr>
        <p:txBody>
          <a:bodyPr anchor="t">
            <a:normAutofit/>
          </a:bodyPr>
          <a:lstStyle/>
          <a:p>
            <a:r>
              <a:rPr lang="en-US" dirty="0"/>
              <a:t>PoC Goals</a:t>
            </a:r>
            <a:br>
              <a:rPr lang="en-US" b="0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056F1-0D2D-E3AC-0C56-0DF5B2F51F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74632" y="1746504"/>
            <a:ext cx="4498848" cy="2980944"/>
          </a:xfrm>
        </p:spPr>
        <p:txBody>
          <a:bodyPr anchor="b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Primary Objectives</a:t>
            </a:r>
            <a:endParaRPr lang="en-US" sz="1500" dirty="0"/>
          </a:p>
          <a:p>
            <a:pPr lvl="1">
              <a:lnSpc>
                <a:spcPct val="110000"/>
              </a:lnSpc>
            </a:pPr>
            <a:r>
              <a:rPr lang="en-US" sz="1500" b="1" dirty="0"/>
              <a:t>Eliminate Manual Work-</a:t>
            </a:r>
            <a:r>
              <a:rPr lang="en-US" sz="1500" dirty="0"/>
              <a:t>Automate 80%+ of routine Salesforce configurations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Improve Accuracy-</a:t>
            </a:r>
            <a:r>
              <a:rPr lang="en-US" sz="1500" dirty="0"/>
              <a:t>AI-powered validation before deployment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Accelerate Delivery-</a:t>
            </a:r>
            <a:r>
              <a:rPr lang="en-US" sz="1500" dirty="0"/>
              <a:t>Reduce configuration time from hours to minutes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Enhance Collaboration-</a:t>
            </a:r>
            <a:r>
              <a:rPr lang="en-US" sz="1500" dirty="0"/>
              <a:t> Seamless Jira-to-Salesforce workflow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Human in Loop-</a:t>
            </a:r>
            <a:r>
              <a:rPr lang="en-US" sz="1500" dirty="0"/>
              <a:t>Keeps human in loop though Jira discussion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11" name="Picture Placeholder 10" descr="A robot holding a tablet and a device&#10;&#10;AI-generated content may be incorrect.">
            <a:extLst>
              <a:ext uri="{FF2B5EF4-FFF2-40B4-BE49-F238E27FC236}">
                <a16:creationId xmlns:a16="http://schemas.microsoft.com/office/drawing/2014/main" id="{D01CC82A-A7AF-E246-D484-EAC47773A3F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283" r="24283"/>
          <a:stretch>
            <a:fillRect/>
          </a:stretch>
        </p:blipFill>
        <p:spPr>
          <a:xfrm>
            <a:off x="0" y="0"/>
            <a:ext cx="6335486" cy="6411311"/>
          </a:xfr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B1FD117-CB9E-AA96-1584-945F210EE4A3}"/>
              </a:ext>
            </a:extLst>
          </p:cNvPr>
          <p:cNvSpPr/>
          <p:nvPr/>
        </p:nvSpPr>
        <p:spPr>
          <a:xfrm>
            <a:off x="6789545" y="4927123"/>
            <a:ext cx="1101012" cy="106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24x7 Coverage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EC6DBF-E729-32F8-2F60-3C733C0675C4}"/>
              </a:ext>
            </a:extLst>
          </p:cNvPr>
          <p:cNvSpPr/>
          <p:nvPr/>
        </p:nvSpPr>
        <p:spPr>
          <a:xfrm>
            <a:off x="7756849" y="4927123"/>
            <a:ext cx="1101012" cy="106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 Fatigue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C92476-D76A-43D9-E127-5B75FBB8E13D}"/>
              </a:ext>
            </a:extLst>
          </p:cNvPr>
          <p:cNvSpPr/>
          <p:nvPr/>
        </p:nvSpPr>
        <p:spPr>
          <a:xfrm>
            <a:off x="8601238" y="4927123"/>
            <a:ext cx="1101012" cy="106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 Vacation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D4417A-4A2B-0472-A40F-6E1D5F02879C}"/>
              </a:ext>
            </a:extLst>
          </p:cNvPr>
          <p:cNvSpPr/>
          <p:nvPr/>
        </p:nvSpPr>
        <p:spPr>
          <a:xfrm>
            <a:off x="9497007" y="4927123"/>
            <a:ext cx="1101012" cy="106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 Office Politics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F31A00-36BA-4769-06BD-972C9809DA4F}"/>
              </a:ext>
            </a:extLst>
          </p:cNvPr>
          <p:cNvSpPr/>
          <p:nvPr/>
        </p:nvSpPr>
        <p:spPr>
          <a:xfrm>
            <a:off x="10503283" y="4927123"/>
            <a:ext cx="1101012" cy="10636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No Annual Bonus Demand</a:t>
            </a:r>
          </a:p>
        </p:txBody>
      </p:sp>
    </p:spTree>
    <p:extLst>
      <p:ext uri="{BB962C8B-B14F-4D97-AF65-F5344CB8AC3E}">
        <p14:creationId xmlns:p14="http://schemas.microsoft.com/office/powerpoint/2010/main" val="286674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3984-F8E4-52CF-2014-F03310F06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" y="5612177"/>
            <a:ext cx="4400317" cy="546027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System Architecture</a:t>
            </a:r>
            <a:br>
              <a:rPr lang="en-US" b="0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46EE2-3DF0-2F77-5934-D88DF189F3FC}"/>
              </a:ext>
            </a:extLst>
          </p:cNvPr>
          <p:cNvSpPr txBox="1"/>
          <p:nvPr/>
        </p:nvSpPr>
        <p:spPr>
          <a:xfrm>
            <a:off x="230464" y="284739"/>
            <a:ext cx="4546809" cy="348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JIRA STORY CREATED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(Label: "salesforce", Type: Story)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└─────────────────────┬───────────────────────────────────────┘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</a:t>
            </a:r>
            <a:r>
              <a:rPr lang="en-US" sz="700" b="1" dirty="0">
                <a:solidFill>
                  <a:srgbClr val="00B050"/>
                </a:solidFill>
                <a:latin typeface="Menlo" panose="020B0609030804020204" pitchFamily="49" charset="0"/>
              </a:rPr>
              <a:t>WORKFLOW 1</a:t>
            </a:r>
            <a:r>
              <a:rPr lang="en-US" sz="900" b="0" dirty="0">
                <a:effectLst/>
                <a:latin typeface="Menlo" panose="020B0609030804020204" pitchFamily="49" charset="0"/>
              </a:rPr>
              <a:t>: </a:t>
            </a:r>
            <a:r>
              <a:rPr lang="en-US" sz="9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Initial Analysis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┌──────────────────────────────────────────────────────┐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1. Jira Trigger (polls every 1 min)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2. Claude AI: Analyze requirement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3. Parse AI response (JSON)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4. Decision: Questions needed?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└──────────┬───────────────────────┬───────────────────┘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YES │ NO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▼ ▼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Post Questions to Jira Add "ready-to-execute" label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Add "awaiting-response" Trigger Workflow 3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└─────────────┬───────────────────────────────────────────────┘</a:t>
            </a:r>
          </a:p>
          <a:p>
            <a:pPr>
              <a:lnSpc>
                <a:spcPts val="1350"/>
              </a:lnSpc>
              <a:buNone/>
            </a:pPr>
            <a:endParaRPr lang="en-US" sz="9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900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D66E6-0E66-792D-882A-8C313E90185C}"/>
              </a:ext>
            </a:extLst>
          </p:cNvPr>
          <p:cNvSpPr txBox="1"/>
          <p:nvPr/>
        </p:nvSpPr>
        <p:spPr>
          <a:xfrm>
            <a:off x="5763985" y="121298"/>
            <a:ext cx="4788936" cy="312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9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</a:t>
            </a:r>
            <a:r>
              <a:rPr lang="en-US" sz="700" b="1" dirty="0">
                <a:solidFill>
                  <a:srgbClr val="00B050"/>
                </a:solidFill>
                <a:latin typeface="Menlo" panose="020B0609030804020204" pitchFamily="49" charset="0"/>
              </a:rPr>
              <a:t>WORKFLOW 2: </a:t>
            </a:r>
            <a:r>
              <a:rPr lang="en-US" sz="9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Answer Processing (Webhook) </a:t>
            </a:r>
            <a:r>
              <a:rPr lang="en-US" sz="900" b="0" dirty="0">
                <a:effectLst/>
                <a:latin typeface="Menlo" panose="020B0609030804020204" pitchFamily="49" charset="0"/>
              </a:rPr>
              <a:t>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┌──────────────────────────────────────────────────────┐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1. Jira Webhook: Comment added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2. Bot Detection: Skip bot's own comments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3. Extract Q&amp;A from comments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4. Claude AI: Re-analyze with answers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5. Parse response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6. Decision: More questions? │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└──────────┬───────────────────────┬───────────────────┘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│ YES │ NO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▼ ▼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Post More Questions Add "ready-to-execute"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│ Trigger Workflow 3 │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└─────────────────────────────────────┬───────────────────────┘</a:t>
            </a:r>
          </a:p>
          <a:p>
            <a:pPr>
              <a:lnSpc>
                <a:spcPts val="1350"/>
              </a:lnSpc>
              <a:buNone/>
            </a:pPr>
            <a:r>
              <a:rPr lang="en-US" sz="900" b="0" dirty="0">
                <a:effectLst/>
                <a:latin typeface="Menlo" panose="020B0609030804020204" pitchFamily="49" charset="0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95619F3-20EA-344E-6600-60462BB52BF4}"/>
              </a:ext>
            </a:extLst>
          </p:cNvPr>
          <p:cNvSpPr/>
          <p:nvPr/>
        </p:nvSpPr>
        <p:spPr>
          <a:xfrm>
            <a:off x="4982546" y="1772816"/>
            <a:ext cx="429208" cy="699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82841-F22F-0548-5944-31AB5042EC79}"/>
              </a:ext>
            </a:extLst>
          </p:cNvPr>
          <p:cNvSpPr txBox="1"/>
          <p:nvPr/>
        </p:nvSpPr>
        <p:spPr>
          <a:xfrm>
            <a:off x="4223268" y="3118257"/>
            <a:ext cx="3745464" cy="330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sz="7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</a:t>
            </a:r>
            <a:r>
              <a:rPr lang="en-US" sz="700" b="1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WORKFLOW 3</a:t>
            </a:r>
            <a:r>
              <a:rPr lang="en-US" sz="700" b="0" dirty="0">
                <a:effectLst/>
                <a:latin typeface="Menlo" panose="020B0609030804020204" pitchFamily="49" charset="0"/>
              </a:rPr>
              <a:t>: </a:t>
            </a:r>
            <a:r>
              <a:rPr lang="en-US" sz="7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Execute Changes (Webhook) </a:t>
            </a:r>
            <a:r>
              <a:rPr lang="en-US" sz="700" b="0" dirty="0">
                <a:effectLst/>
                <a:latin typeface="Menlo" panose="020B0609030804020204" pitchFamily="49" charset="0"/>
              </a:rPr>
              <a:t>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┌──────────────────────────────────────────────────────┐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1. Webhook: Receives </a:t>
            </a:r>
            <a:r>
              <a:rPr lang="en-US" sz="700" b="0" dirty="0" err="1">
                <a:effectLst/>
                <a:latin typeface="Menlo" panose="020B0609030804020204" pitchFamily="49" charset="0"/>
              </a:rPr>
              <a:t>issueKey</a:t>
            </a:r>
            <a:r>
              <a:rPr lang="en-US" sz="700" b="0" dirty="0">
                <a:effectLst/>
                <a:latin typeface="Menlo" panose="020B0609030804020204" pitchFamily="49" charset="0"/>
              </a:rPr>
              <a:t> + execution plan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2. Jira: Get issue details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3. Verify "ready-to-execute" label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4. Post "Execution started" comment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5. Update label to "in-progress"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6. Claude AI: Generate Tooling API metadata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7. Parse metadata (JSON)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8. Prepare Tooling API request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9. Deploy via Salesforce Tooling API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10. Check deployment result │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└──────────┬───────────────────────┬───────────────────┘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│ SUCCESS │ FAILED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 ▼ ▼ │</a:t>
            </a:r>
          </a:p>
          <a:p>
            <a:pPr>
              <a:lnSpc>
                <a:spcPts val="1350"/>
              </a:lnSpc>
              <a:buNone/>
            </a:pPr>
            <a:r>
              <a:rPr lang="en-US" sz="700" b="0" dirty="0">
                <a:effectLst/>
                <a:latin typeface="Menlo" panose="020B0609030804020204" pitchFamily="49" charset="0"/>
              </a:rPr>
              <a:t>│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0FE58FD2-AC85-5A12-91B5-E0B2E5FFEA50}"/>
              </a:ext>
            </a:extLst>
          </p:cNvPr>
          <p:cNvSpPr/>
          <p:nvPr/>
        </p:nvSpPr>
        <p:spPr>
          <a:xfrm>
            <a:off x="6783355" y="3248885"/>
            <a:ext cx="261257" cy="1801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1BA35B-183F-85F7-500D-8EC5F8112CF9}"/>
              </a:ext>
            </a:extLst>
          </p:cNvPr>
          <p:cNvSpPr txBox="1"/>
          <p:nvPr/>
        </p:nvSpPr>
        <p:spPr>
          <a:xfrm>
            <a:off x="8090030" y="5612177"/>
            <a:ext cx="3601227" cy="611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800" b="0" dirty="0">
                <a:effectLst/>
                <a:latin typeface="Menlo" panose="020B0609030804020204" pitchFamily="49" charset="0"/>
              </a:rPr>
              <a:t>Post success comment Post error comment │</a:t>
            </a:r>
          </a:p>
          <a:p>
            <a:pPr>
              <a:lnSpc>
                <a:spcPts val="1350"/>
              </a:lnSpc>
              <a:buNone/>
            </a:pPr>
            <a:r>
              <a:rPr lang="en-US" sz="800" b="0" dirty="0">
                <a:effectLst/>
                <a:latin typeface="Menlo" panose="020B0609030804020204" pitchFamily="49" charset="0"/>
              </a:rPr>
              <a:t>│ Mark "completed" Add "error" label │</a:t>
            </a:r>
          </a:p>
          <a:p>
            <a:pPr>
              <a:lnSpc>
                <a:spcPts val="1350"/>
              </a:lnSpc>
              <a:buNone/>
            </a:pPr>
            <a:r>
              <a:rPr lang="en-US" sz="800" b="0" dirty="0">
                <a:effectLst/>
                <a:latin typeface="Menlo" panose="020B0609030804020204" pitchFamily="49" charset="0"/>
              </a:rPr>
              <a:t>│ Transition to Done Keep for manual review │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C2D55E6D-5741-6E36-79E8-D6F5FBD64E05}"/>
              </a:ext>
            </a:extLst>
          </p:cNvPr>
          <p:cNvSpPr/>
          <p:nvPr/>
        </p:nvSpPr>
        <p:spPr>
          <a:xfrm>
            <a:off x="7632441" y="5885190"/>
            <a:ext cx="214604" cy="273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29B3B9-7195-A231-CFE1-B6DFFB2602FA}"/>
              </a:ext>
            </a:extLst>
          </p:cNvPr>
          <p:cNvSpPr txBox="1"/>
          <p:nvPr/>
        </p:nvSpPr>
        <p:spPr>
          <a:xfrm>
            <a:off x="376956" y="3648269"/>
            <a:ext cx="3745464" cy="263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mbria" panose="02040503050406030204" pitchFamily="18" charset="0"/>
              </a:rPr>
              <a:t>Key Components: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 b="1" dirty="0">
                <a:latin typeface="Cambria" panose="02040503050406030204" pitchFamily="18" charset="0"/>
              </a:rPr>
              <a:t>3 n8n </a:t>
            </a:r>
            <a:r>
              <a:rPr lang="en-US" sz="1050" b="1" dirty="0" err="1">
                <a:latin typeface="Cambria" panose="02040503050406030204" pitchFamily="18" charset="0"/>
              </a:rPr>
              <a:t>workflows:</a:t>
            </a:r>
            <a:r>
              <a:rPr lang="en-US" sz="1050" dirty="0" err="1">
                <a:latin typeface="Cambria" panose="02040503050406030204" pitchFamily="18" charset="0"/>
              </a:rPr>
              <a:t>Initial</a:t>
            </a:r>
            <a:r>
              <a:rPr lang="en-US" sz="1050" dirty="0">
                <a:latin typeface="Cambria" panose="02040503050406030204" pitchFamily="18" charset="0"/>
              </a:rPr>
              <a:t> Analysis, Answer Processing, Execute Changes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 b="1" dirty="0">
                <a:latin typeface="Cambria" panose="02040503050406030204" pitchFamily="18" charset="0"/>
              </a:rPr>
              <a:t>Claude Sonnet 4.5: </a:t>
            </a:r>
            <a:r>
              <a:rPr lang="en-US" sz="1050" dirty="0">
                <a:latin typeface="Cambria" panose="02040503050406030204" pitchFamily="18" charset="0"/>
              </a:rPr>
              <a:t>Requirement analysis and metadata generation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 b="1" dirty="0">
                <a:latin typeface="Cambria" panose="02040503050406030204" pitchFamily="18" charset="0"/>
              </a:rPr>
              <a:t>Jira: </a:t>
            </a:r>
            <a:r>
              <a:rPr lang="en-US" sz="1050" dirty="0">
                <a:latin typeface="Cambria" panose="02040503050406030204" pitchFamily="18" charset="0"/>
              </a:rPr>
              <a:t>Issue tracking and state management 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 b="1" dirty="0">
                <a:latin typeface="Cambria" panose="02040503050406030204" pitchFamily="18" charset="0"/>
              </a:rPr>
              <a:t>Salesforce Tooling API: </a:t>
            </a:r>
            <a:r>
              <a:rPr lang="en-US" sz="1050" dirty="0">
                <a:latin typeface="Cambria" panose="02040503050406030204" pitchFamily="18" charset="0"/>
              </a:rPr>
              <a:t>Direct deployment to Salesforce</a:t>
            </a:r>
          </a:p>
          <a:p>
            <a:pPr marL="171450" indent="-171450">
              <a:buFont typeface="Wingdings" pitchFamily="2" charset="2"/>
              <a:buChar char="§"/>
            </a:pPr>
            <a:endParaRPr lang="en-US" sz="1050" b="1" dirty="0">
              <a:latin typeface="Cambria" panose="020405030504060302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US" sz="1050" dirty="0">
              <a:latin typeface="Cambria" panose="020405030504060302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US" sz="1050" b="1" dirty="0">
              <a:latin typeface="Cambria" panose="020405030504060302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US" sz="1050" dirty="0">
              <a:latin typeface="Cambria" panose="020405030504060302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US" sz="1050" b="1" dirty="0">
              <a:latin typeface="Cambria" panose="02040503050406030204" pitchFamily="18" charset="0"/>
            </a:endParaRPr>
          </a:p>
          <a:p>
            <a:pPr marL="171450" indent="-171450">
              <a:buFont typeface="Wingdings" pitchFamily="2" charset="2"/>
              <a:buChar char="§"/>
            </a:pPr>
            <a:endParaRPr lang="en-US" sz="1050" dirty="0">
              <a:latin typeface="Cambria" panose="02040503050406030204" pitchFamily="18" charset="0"/>
            </a:endParaRPr>
          </a:p>
          <a:p>
            <a:endParaRPr lang="en-US" sz="1050" dirty="0">
              <a:latin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1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876E-EA83-15F1-29C1-DB02EE1E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/>
          <a:p>
            <a:r>
              <a:rPr lang="en-US" dirty="0"/>
              <a:t>Tech STACK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1B46B9-33B1-2620-F469-1E951B18369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4998541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212108" y="1055846"/>
          <a:ext cx="5479149" cy="474631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448303">
                  <a:extLst>
                    <a:ext uri="{9D8B030D-6E8A-4147-A177-3AD203B41FA5}">
                      <a16:colId xmlns:a16="http://schemas.microsoft.com/office/drawing/2014/main" val="1578669004"/>
                    </a:ext>
                  </a:extLst>
                </a:gridCol>
                <a:gridCol w="4030846">
                  <a:extLst>
                    <a:ext uri="{9D8B030D-6E8A-4147-A177-3AD203B41FA5}">
                      <a16:colId xmlns:a16="http://schemas.microsoft.com/office/drawing/2014/main" val="140085589"/>
                    </a:ext>
                  </a:extLst>
                </a:gridCol>
              </a:tblGrid>
              <a:tr h="949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Workflow automation platform | 2.6.2 (Cloud) |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06526"/>
                  </a:ext>
                </a:extLst>
              </a:tr>
              <a:tr h="949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AI for requirement analysis | API 2023-06-01 |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827831"/>
                  </a:ext>
                </a:extLst>
              </a:tr>
              <a:tr h="949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Project management &amp; state tracking | Cloud |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388597"/>
                  </a:ext>
                </a:extLst>
              </a:tr>
              <a:tr h="949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Direct metadata deployment | v64.0 |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307243"/>
                  </a:ext>
                </a:extLst>
              </a:tr>
              <a:tr h="94926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Org authentication | Latest |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</a:b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456776"/>
                  </a:ext>
                </a:extLst>
              </a:tr>
            </a:tbl>
          </a:graphicData>
        </a:graphic>
      </p:graphicFrame>
      <p:pic>
        <p:nvPicPr>
          <p:cNvPr id="4" name="Picture 3" descr="A logo with text and a pink line&#10;&#10;AI-generated content may be incorrect.">
            <a:extLst>
              <a:ext uri="{FF2B5EF4-FFF2-40B4-BE49-F238E27FC236}">
                <a16:creationId xmlns:a16="http://schemas.microsoft.com/office/drawing/2014/main" id="{C0205B61-C916-4622-A8A7-A4133ECAF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108" y="1181239"/>
            <a:ext cx="1121754" cy="708770"/>
          </a:xfrm>
          <a:prstGeom prst="rect">
            <a:avLst/>
          </a:prstGeom>
        </p:spPr>
      </p:pic>
      <p:pic>
        <p:nvPicPr>
          <p:cNvPr id="6" name="Picture 5" descr="A logo with a white flower&#10;&#10;AI-generated content may be incorrect.">
            <a:extLst>
              <a:ext uri="{FF2B5EF4-FFF2-40B4-BE49-F238E27FC236}">
                <a16:creationId xmlns:a16="http://schemas.microsoft.com/office/drawing/2014/main" id="{661FD89C-D15E-0ABA-2F9D-5A1A8BF19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49" y="2239346"/>
            <a:ext cx="989411" cy="625151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734DBCAD-9388-17DD-2DDD-90A5BE54C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539" y="3204661"/>
            <a:ext cx="819630" cy="448677"/>
          </a:xfrm>
          <a:prstGeom prst="rect">
            <a:avLst/>
          </a:prstGeom>
        </p:spPr>
      </p:pic>
      <p:pic>
        <p:nvPicPr>
          <p:cNvPr id="8" name="Picture 7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40EC9168-4A82-FFC1-B27D-B586FF3F3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649" y="3996439"/>
            <a:ext cx="816446" cy="515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A8F681-4E0B-778F-989E-818F9C8D7789}"/>
              </a:ext>
            </a:extLst>
          </p:cNvPr>
          <p:cNvSpPr txBox="1"/>
          <p:nvPr/>
        </p:nvSpPr>
        <p:spPr>
          <a:xfrm>
            <a:off x="6694292" y="4381498"/>
            <a:ext cx="1121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Tooling Api</a:t>
            </a:r>
          </a:p>
        </p:txBody>
      </p:sp>
      <p:pic>
        <p:nvPicPr>
          <p:cNvPr id="10" name="Picture 9" descr="A blue cloud with white text&#10;&#10;AI-generated content may be incorrect.">
            <a:extLst>
              <a:ext uri="{FF2B5EF4-FFF2-40B4-BE49-F238E27FC236}">
                <a16:creationId xmlns:a16="http://schemas.microsoft.com/office/drawing/2014/main" id="{1CFC255D-3261-3FB5-0E4D-44AE15F2D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762" y="4964700"/>
            <a:ext cx="816446" cy="515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820EAF-E2B8-6E33-09AE-B9C89615AFF7}"/>
              </a:ext>
            </a:extLst>
          </p:cNvPr>
          <p:cNvSpPr txBox="1"/>
          <p:nvPr/>
        </p:nvSpPr>
        <p:spPr>
          <a:xfrm>
            <a:off x="6845354" y="5355986"/>
            <a:ext cx="1121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CLI</a:t>
            </a:r>
          </a:p>
        </p:txBody>
      </p:sp>
    </p:spTree>
    <p:extLst>
      <p:ext uri="{BB962C8B-B14F-4D97-AF65-F5344CB8AC3E}">
        <p14:creationId xmlns:p14="http://schemas.microsoft.com/office/powerpoint/2010/main" val="157262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C145-44F6-C6ED-60EE-55E861B5D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>
            <a:normAutofit/>
          </a:bodyPr>
          <a:lstStyle/>
          <a:p>
            <a:r>
              <a:rPr lang="en-US" dirty="0"/>
              <a:t>Intelligent Q&amp;A System (How it Works)</a:t>
            </a:r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02808002-B92F-3E8C-9566-FC5B523D7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93432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1158240" y="1531899"/>
          <a:ext cx="9875520" cy="4067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0D55079F-2E2D-BD7E-5B20-2EEC8C740822}"/>
              </a:ext>
            </a:extLst>
          </p:cNvPr>
          <p:cNvSpPr/>
          <p:nvPr/>
        </p:nvSpPr>
        <p:spPr>
          <a:xfrm>
            <a:off x="233265" y="5449077"/>
            <a:ext cx="2612571" cy="12409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latin typeface="Cambria" panose="02040503050406030204" pitchFamily="18" charset="0"/>
              </a:rPr>
              <a:t>Infinite Loop Prevention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AI Agent detects its own comments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52FEEA-AC11-37F3-6CC3-0982FCF04E10}"/>
              </a:ext>
            </a:extLst>
          </p:cNvPr>
          <p:cNvSpPr/>
          <p:nvPr/>
        </p:nvSpPr>
        <p:spPr>
          <a:xfrm>
            <a:off x="3020941" y="5524300"/>
            <a:ext cx="2612571" cy="12409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latin typeface="Cambria" panose="02040503050406030204" pitchFamily="18" charset="0"/>
              </a:rPr>
              <a:t>Smart parsing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Handles Jira's ADF (Atlassian Document Format)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622F3B-49DE-0A34-7B5B-7CA7FBA23299}"/>
              </a:ext>
            </a:extLst>
          </p:cNvPr>
          <p:cNvSpPr/>
          <p:nvPr/>
        </p:nvSpPr>
        <p:spPr>
          <a:xfrm>
            <a:off x="5879219" y="5524300"/>
            <a:ext cx="2612571" cy="12409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latin typeface="Cambria" panose="02040503050406030204" pitchFamily="18" charset="0"/>
              </a:rPr>
              <a:t>Context retention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Remembers previous questions and answers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AF0C09-54D1-2371-B835-C48465E158FE}"/>
              </a:ext>
            </a:extLst>
          </p:cNvPr>
          <p:cNvSpPr/>
          <p:nvPr/>
        </p:nvSpPr>
        <p:spPr>
          <a:xfrm>
            <a:off x="8877456" y="5449076"/>
            <a:ext cx="2612571" cy="12409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u="sng" dirty="0">
                <a:latin typeface="Cambria" panose="02040503050406030204" pitchFamily="18" charset="0"/>
              </a:rPr>
              <a:t>Validation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Ensures all required information is gathered</a:t>
            </a:r>
          </a:p>
        </p:txBody>
      </p:sp>
    </p:spTree>
    <p:extLst>
      <p:ext uri="{BB962C8B-B14F-4D97-AF65-F5344CB8AC3E}">
        <p14:creationId xmlns:p14="http://schemas.microsoft.com/office/powerpoint/2010/main" val="115708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ECAF-084A-A2DD-87A7-71EA822C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Jira Label-Based Workflow State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3A703B-51B1-415F-EB0D-BCEEDB700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3351277"/>
              </p:ext>
            </p:extLst>
          </p:nvPr>
        </p:nvGraphicFramePr>
        <p:xfrm>
          <a:off x="1033271" y="1854612"/>
          <a:ext cx="9875836" cy="309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959">
                  <a:extLst>
                    <a:ext uri="{9D8B030D-6E8A-4147-A177-3AD203B41FA5}">
                      <a16:colId xmlns:a16="http://schemas.microsoft.com/office/drawing/2014/main" val="3514256660"/>
                    </a:ext>
                  </a:extLst>
                </a:gridCol>
                <a:gridCol w="2468959">
                  <a:extLst>
                    <a:ext uri="{9D8B030D-6E8A-4147-A177-3AD203B41FA5}">
                      <a16:colId xmlns:a16="http://schemas.microsoft.com/office/drawing/2014/main" val="1784904325"/>
                    </a:ext>
                  </a:extLst>
                </a:gridCol>
                <a:gridCol w="2468959">
                  <a:extLst>
                    <a:ext uri="{9D8B030D-6E8A-4147-A177-3AD203B41FA5}">
                      <a16:colId xmlns:a16="http://schemas.microsoft.com/office/drawing/2014/main" val="3797104905"/>
                    </a:ext>
                  </a:extLst>
                </a:gridCol>
                <a:gridCol w="2468959">
                  <a:extLst>
                    <a:ext uri="{9D8B030D-6E8A-4147-A177-3AD203B41FA5}">
                      <a16:colId xmlns:a16="http://schemas.microsoft.com/office/drawing/2014/main" val="3632862365"/>
                    </a:ext>
                  </a:extLst>
                </a:gridCol>
              </a:tblGrid>
              <a:tr h="372266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Set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Next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38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`salesforce`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SF-related issue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Triggers Workflow 1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736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sf-agent-awaiting-response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Waiting for user answers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Workflow 1/2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Triggers Workflow 2 on comment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98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sf-agent-ready-to-execute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All info gathered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Workflow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Triggers Workflow 3 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9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sf-agent-in-progress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Currently deploying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Workflow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Don't re-trigger 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04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sf-agent-completed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Successfully deployed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Workflow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Issue Done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3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sf-agent-error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Error occurred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Any workflow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Cambria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ambria" panose="02040503050406030204" pitchFamily="18" charset="0"/>
                        </a:rPr>
                        <a:t>Human review</a:t>
                      </a:r>
                    </a:p>
                    <a:p>
                      <a:endParaRPr lang="en-US" sz="1050" dirty="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63551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A369D28-216A-8983-F526-579540198D8D}"/>
              </a:ext>
            </a:extLst>
          </p:cNvPr>
          <p:cNvSpPr/>
          <p:nvPr/>
        </p:nvSpPr>
        <p:spPr>
          <a:xfrm>
            <a:off x="1033271" y="5038532"/>
            <a:ext cx="9875519" cy="307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</a:rPr>
              <a:t>BENEFITS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F2E2B0-ED3F-A10B-FEB6-CDC58141DC9B}"/>
              </a:ext>
            </a:extLst>
          </p:cNvPr>
          <p:cNvSpPr/>
          <p:nvPr/>
        </p:nvSpPr>
        <p:spPr>
          <a:xfrm>
            <a:off x="763368" y="5477067"/>
            <a:ext cx="2493700" cy="61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Cambria" panose="02040503050406030204" pitchFamily="18" charset="0"/>
            </a:endParaRPr>
          </a:p>
          <a:p>
            <a:pPr algn="ctr"/>
            <a:r>
              <a:rPr lang="en-US" sz="1050" dirty="0">
                <a:latin typeface="Cambria" panose="02040503050406030204" pitchFamily="18" charset="0"/>
              </a:rPr>
              <a:t>Visual Tracking:</a:t>
            </a:r>
          </a:p>
          <a:p>
            <a:pPr algn="ctr"/>
            <a:r>
              <a:rPr lang="en-US" sz="1050" dirty="0">
                <a:latin typeface="Cambria" panose="02040503050406030204" pitchFamily="18" charset="0"/>
              </a:rPr>
              <a:t>See agent status at a glance in Jira</a:t>
            </a:r>
          </a:p>
          <a:p>
            <a:pPr algn="ctr"/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57D3FF-46EC-F637-21E9-EC45F43D73CC}"/>
              </a:ext>
            </a:extLst>
          </p:cNvPr>
          <p:cNvSpPr/>
          <p:nvPr/>
        </p:nvSpPr>
        <p:spPr>
          <a:xfrm>
            <a:off x="3419140" y="5477067"/>
            <a:ext cx="2493700" cy="61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latin typeface="Cambria" panose="02040503050406030204" pitchFamily="18" charset="0"/>
            </a:endParaRPr>
          </a:p>
          <a:p>
            <a:pPr algn="ctr"/>
            <a:r>
              <a:rPr lang="en-US" sz="1050" dirty="0">
                <a:latin typeface="Cambria" panose="02040503050406030204" pitchFamily="18" charset="0"/>
              </a:rPr>
              <a:t>Prevents duplicates: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Jira labels prevent re-processing</a:t>
            </a:r>
          </a:p>
          <a:p>
            <a:pPr algn="ctr"/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F4047F-ED7C-AA09-1615-54F467972D9F}"/>
              </a:ext>
            </a:extLst>
          </p:cNvPr>
          <p:cNvSpPr/>
          <p:nvPr/>
        </p:nvSpPr>
        <p:spPr>
          <a:xfrm>
            <a:off x="6074912" y="5467735"/>
            <a:ext cx="2493700" cy="61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latin typeface="Cambria" panose="02040503050406030204" pitchFamily="18" charset="0"/>
            </a:endParaRPr>
          </a:p>
          <a:p>
            <a:pPr algn="ctr"/>
            <a:r>
              <a:rPr lang="en-US" sz="1050" dirty="0">
                <a:latin typeface="Cambria" panose="02040503050406030204" pitchFamily="18" charset="0"/>
              </a:rPr>
              <a:t>Audit trail: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Complete history of agent actions</a:t>
            </a:r>
          </a:p>
          <a:p>
            <a:pPr algn="ctr"/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43AF12-74A2-4FFD-4F22-C7D24E515DED}"/>
              </a:ext>
            </a:extLst>
          </p:cNvPr>
          <p:cNvSpPr/>
          <p:nvPr/>
        </p:nvSpPr>
        <p:spPr>
          <a:xfrm>
            <a:off x="8709256" y="5467736"/>
            <a:ext cx="2493700" cy="615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latin typeface="Cambria" panose="02040503050406030204" pitchFamily="18" charset="0"/>
            </a:endParaRPr>
          </a:p>
          <a:p>
            <a:pPr algn="ctr"/>
            <a:r>
              <a:rPr lang="en-US" sz="1050" dirty="0">
                <a:latin typeface="Cambria" panose="02040503050406030204" pitchFamily="18" charset="0"/>
              </a:rPr>
              <a:t>Manual override:</a:t>
            </a:r>
          </a:p>
          <a:p>
            <a:pPr algn="ctr"/>
            <a:r>
              <a:rPr lang="en-US" sz="1100" dirty="0">
                <a:latin typeface="Cambria" panose="02040503050406030204" pitchFamily="18" charset="0"/>
              </a:rPr>
              <a:t>Humans can change labels if needed</a:t>
            </a:r>
          </a:p>
          <a:p>
            <a:pPr algn="ctr"/>
            <a:endParaRPr lang="en-US" sz="105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26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2247-D308-4023-DC80-37E3BDC4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>
            <a:normAutofit/>
          </a:bodyPr>
          <a:lstStyle/>
          <a:p>
            <a:r>
              <a:rPr lang="en-US" sz="2500"/>
              <a:t>Claude AI Prompting Strategy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3D8F6C91-C77A-F8AA-B42A-34A89839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0" y="1856232"/>
            <a:ext cx="7827954" cy="254408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7E1D-8D18-4CB3-DC45-472D70CA54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latin typeface="Cambria" panose="02040503050406030204" pitchFamily="18" charset="0"/>
              </a:rPr>
              <a:t>Prompt 1: Initial Analysis (Workflow 1):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>
              <a:latin typeface="Cambria" panose="020405030504060302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You are an expert Salesforce developer agent.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Analyze this Jira Story and determine requirements.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Respond in JSON format: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isValid</a:t>
            </a:r>
            <a:r>
              <a:rPr lang="en-US" sz="1100" dirty="0">
                <a:latin typeface="Cambria" panose="02040503050406030204" pitchFamily="18" charset="0"/>
              </a:rPr>
              <a:t>": true/false,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configType</a:t>
            </a:r>
            <a:r>
              <a:rPr lang="en-US" sz="1100" dirty="0">
                <a:latin typeface="Cambria" panose="02040503050406030204" pitchFamily="18" charset="0"/>
              </a:rPr>
              <a:t>": ["</a:t>
            </a:r>
            <a:r>
              <a:rPr lang="en-US" sz="1100" dirty="0" err="1">
                <a:latin typeface="Cambria" panose="02040503050406030204" pitchFamily="18" charset="0"/>
              </a:rPr>
              <a:t>customField</a:t>
            </a:r>
            <a:r>
              <a:rPr lang="en-US" sz="1100" dirty="0">
                <a:latin typeface="Cambria" panose="02040503050406030204" pitchFamily="18" charset="0"/>
              </a:rPr>
              <a:t>", "</a:t>
            </a:r>
            <a:r>
              <a:rPr lang="en-US" sz="1100" dirty="0" err="1">
                <a:latin typeface="Cambria" panose="02040503050406030204" pitchFamily="18" charset="0"/>
              </a:rPr>
              <a:t>validationRule</a:t>
            </a:r>
            <a:r>
              <a:rPr lang="en-US" sz="1100" dirty="0">
                <a:latin typeface="Cambria" panose="02040503050406030204" pitchFamily="18" charset="0"/>
              </a:rPr>
              <a:t>"],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"summary": "Brief summary",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"questions": ["Question 1?", "Question 2?"],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readyToExecute</a:t>
            </a:r>
            <a:r>
              <a:rPr lang="en-US" sz="1100" dirty="0">
                <a:latin typeface="Cambria" panose="02040503050406030204" pitchFamily="18" charset="0"/>
              </a:rPr>
              <a:t>": true/false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989A0-7F49-BC7E-5AC8-4E41985D94FC}"/>
              </a:ext>
            </a:extLst>
          </p:cNvPr>
          <p:cNvSpPr txBox="1"/>
          <p:nvPr/>
        </p:nvSpPr>
        <p:spPr>
          <a:xfrm>
            <a:off x="296247" y="1304020"/>
            <a:ext cx="2129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</a:rPr>
              <a:t>Workflow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633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A0D7-DA08-6B45-4793-FC199A26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DFA7-B4B1-CE60-1DCB-7330AF92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>
            <a:normAutofit/>
          </a:bodyPr>
          <a:lstStyle/>
          <a:p>
            <a:r>
              <a:rPr lang="en-US" sz="2500"/>
              <a:t>Claude AI Prompting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904F-E72C-C471-2F81-5C67975DFA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latin typeface="Cambria" panose="02040503050406030204" pitchFamily="18" charset="0"/>
              </a:rPr>
              <a:t>Prompt 2: Answer Processing (Workflow 2)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>
              <a:latin typeface="Cambria" panose="020405030504060302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Review the user's answers and determine next steps.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Respond in JSON format: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allQuestionsAnswered</a:t>
            </a:r>
            <a:r>
              <a:rPr lang="en-US" sz="1100" dirty="0">
                <a:latin typeface="Cambria" panose="02040503050406030204" pitchFamily="18" charset="0"/>
              </a:rPr>
              <a:t>": true/false,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additionalQuestions</a:t>
            </a:r>
            <a:r>
              <a:rPr lang="en-US" sz="1100" dirty="0">
                <a:latin typeface="Cambria" panose="02040503050406030204" pitchFamily="18" charset="0"/>
              </a:rPr>
              <a:t>": ["Question 3?"],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readyToExecute</a:t>
            </a:r>
            <a:r>
              <a:rPr lang="en-US" sz="1100" dirty="0">
                <a:latin typeface="Cambria" panose="02040503050406030204" pitchFamily="18" charset="0"/>
              </a:rPr>
              <a:t>": true/false,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executionPlan</a:t>
            </a:r>
            <a:r>
              <a:rPr lang="en-US" sz="1100" dirty="0">
                <a:latin typeface="Cambria" panose="02040503050406030204" pitchFamily="18" charset="0"/>
              </a:rPr>
              <a:t>": "Step by step plan",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sfObjectsAffected</a:t>
            </a:r>
            <a:r>
              <a:rPr lang="en-US" sz="1100" dirty="0">
                <a:latin typeface="Cambria" panose="02040503050406030204" pitchFamily="18" charset="0"/>
              </a:rPr>
              <a:t>": ["Account"],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estimatedComplexity</a:t>
            </a:r>
            <a:r>
              <a:rPr lang="en-US" sz="1100" dirty="0">
                <a:latin typeface="Cambria" panose="02040503050406030204" pitchFamily="18" charset="0"/>
              </a:rPr>
              <a:t>": "low/medium/high"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6" name="Picture 5" descr="A black background with squares and text&#10;&#10;AI-generated content may be incorrect.">
            <a:extLst>
              <a:ext uri="{FF2B5EF4-FFF2-40B4-BE49-F238E27FC236}">
                <a16:creationId xmlns:a16="http://schemas.microsoft.com/office/drawing/2014/main" id="{D870E215-EFAE-45E3-543E-AAC41B85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4" y="1673352"/>
            <a:ext cx="7772400" cy="2523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2E090C-6128-F758-B3EA-9BA198FF1DB6}"/>
              </a:ext>
            </a:extLst>
          </p:cNvPr>
          <p:cNvSpPr txBox="1"/>
          <p:nvPr/>
        </p:nvSpPr>
        <p:spPr>
          <a:xfrm>
            <a:off x="214604" y="130402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</a:rPr>
              <a:t>Workflow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61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875B8-0E16-46E0-39B1-00356955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771D-936B-B90E-C468-23409EEF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736" y="475488"/>
            <a:ext cx="3401568" cy="1197864"/>
          </a:xfrm>
        </p:spPr>
        <p:txBody>
          <a:bodyPr anchor="b">
            <a:normAutofit/>
          </a:bodyPr>
          <a:lstStyle/>
          <a:p>
            <a:r>
              <a:rPr lang="en-US" sz="2500"/>
              <a:t>Claude AI Prompting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0862-A1AF-E7EC-C3DE-F77E621460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4736" y="1856232"/>
            <a:ext cx="3401568" cy="404164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latin typeface="Cambria" panose="02040503050406030204" pitchFamily="18" charset="0"/>
              </a:rPr>
              <a:t>Prompt 3: Generate Metadata (Workflow 3)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Generate Salesforce Tooling API metadata in JSON format.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Output Format: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"metadata": [{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"type": "</a:t>
            </a:r>
            <a:r>
              <a:rPr lang="en-US" sz="1100" dirty="0" err="1">
                <a:latin typeface="Cambria" panose="02040503050406030204" pitchFamily="18" charset="0"/>
              </a:rPr>
              <a:t>CustomField</a:t>
            </a:r>
            <a:r>
              <a:rPr lang="en-US" sz="1100" dirty="0">
                <a:latin typeface="Cambria" panose="02040503050406030204" pitchFamily="18" charset="0"/>
              </a:rPr>
              <a:t>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objectName</a:t>
            </a:r>
            <a:r>
              <a:rPr lang="en-US" sz="1100" dirty="0">
                <a:latin typeface="Cambria" panose="02040503050406030204" pitchFamily="18" charset="0"/>
              </a:rPr>
              <a:t>": "Account",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fieldName</a:t>
            </a:r>
            <a:r>
              <a:rPr lang="en-US" sz="1100" dirty="0">
                <a:latin typeface="Cambria" panose="02040503050406030204" pitchFamily="18" charset="0"/>
              </a:rPr>
              <a:t>": "</a:t>
            </a:r>
            <a:r>
              <a:rPr lang="en-US" sz="1100" dirty="0" err="1">
                <a:latin typeface="Cambria" panose="02040503050406030204" pitchFamily="18" charset="0"/>
              </a:rPr>
              <a:t>My_Field__c</a:t>
            </a:r>
            <a:r>
              <a:rPr lang="en-US" sz="1100" dirty="0">
                <a:latin typeface="Cambria" panose="02040503050406030204" pitchFamily="18" charset="0"/>
              </a:rPr>
              <a:t>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fieldType</a:t>
            </a:r>
            <a:r>
              <a:rPr lang="en-US" sz="1100" dirty="0">
                <a:latin typeface="Cambria" panose="02040503050406030204" pitchFamily="18" charset="0"/>
              </a:rPr>
              <a:t>": "Picklist",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picklistValues</a:t>
            </a:r>
            <a:r>
              <a:rPr lang="en-US" sz="1100" dirty="0">
                <a:latin typeface="Cambria" panose="02040503050406030204" pitchFamily="18" charset="0"/>
              </a:rPr>
              <a:t>": [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{"</a:t>
            </a:r>
            <a:r>
              <a:rPr lang="en-US" sz="1100" dirty="0" err="1">
                <a:latin typeface="Cambria" panose="02040503050406030204" pitchFamily="18" charset="0"/>
              </a:rPr>
              <a:t>fullName</a:t>
            </a:r>
            <a:r>
              <a:rPr lang="en-US" sz="1100" dirty="0">
                <a:latin typeface="Cambria" panose="02040503050406030204" pitchFamily="18" charset="0"/>
              </a:rPr>
              <a:t>": "Value1", "default": true, "label": "Value 1"}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}],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"</a:t>
            </a:r>
            <a:r>
              <a:rPr lang="en-US" sz="1100" dirty="0" err="1">
                <a:latin typeface="Cambria" panose="02040503050406030204" pitchFamily="18" charset="0"/>
              </a:rPr>
              <a:t>verificationSteps</a:t>
            </a:r>
            <a:r>
              <a:rPr lang="en-US" sz="1100" dirty="0">
                <a:latin typeface="Cambria" panose="02040503050406030204" pitchFamily="18" charset="0"/>
              </a:rPr>
              <a:t>": ["Step 1", "Step 2"]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ambria" panose="02040503050406030204" pitchFamily="18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3EDEC-10EF-2C30-ED39-2C4BDB95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1757327"/>
            <a:ext cx="7952027" cy="25814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932590-0BDA-9CDA-1775-D8D38369FCE9}"/>
              </a:ext>
            </a:extLst>
          </p:cNvPr>
          <p:cNvSpPr txBox="1"/>
          <p:nvPr/>
        </p:nvSpPr>
        <p:spPr>
          <a:xfrm>
            <a:off x="131064" y="1299980"/>
            <a:ext cx="6097554" cy="37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latin typeface="Cambria" panose="02040503050406030204" pitchFamily="18" charset="0"/>
              </a:rPr>
              <a:t>(Workflow 3)</a:t>
            </a:r>
          </a:p>
        </p:txBody>
      </p:sp>
    </p:spTree>
    <p:extLst>
      <p:ext uri="{BB962C8B-B14F-4D97-AF65-F5344CB8AC3E}">
        <p14:creationId xmlns:p14="http://schemas.microsoft.com/office/powerpoint/2010/main" val="376582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E52B-1A48-4901-C57D-F97B9916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96" y="2160037"/>
            <a:ext cx="3700520" cy="2561253"/>
          </a:xfrm>
        </p:spPr>
        <p:txBody>
          <a:bodyPr anchor="t">
            <a:normAutofit/>
          </a:bodyPr>
          <a:lstStyle/>
          <a:p>
            <a:r>
              <a:rPr lang="en-US" dirty="0"/>
              <a:t>Implementation Method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CFF533-D0FB-37E3-BF74-743379F78A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1180439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5284011" y="1600200"/>
          <a:ext cx="5699155" cy="42976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93502">
                  <a:extLst>
                    <a:ext uri="{9D8B030D-6E8A-4147-A177-3AD203B41FA5}">
                      <a16:colId xmlns:a16="http://schemas.microsoft.com/office/drawing/2014/main" val="2263962333"/>
                    </a:ext>
                  </a:extLst>
                </a:gridCol>
                <a:gridCol w="3305653">
                  <a:extLst>
                    <a:ext uri="{9D8B030D-6E8A-4147-A177-3AD203B41FA5}">
                      <a16:colId xmlns:a16="http://schemas.microsoft.com/office/drawing/2014/main" val="2003377845"/>
                    </a:ext>
                  </a:extLst>
                </a:gridCol>
              </a:tblGrid>
              <a:tr h="51526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Total Dev Time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kern="120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3 Days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455109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Workflows Created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3 (42 nodes total)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40948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Code Nodes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8 custom JavaScript functions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722254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AI Prompts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3 specialized prompts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254839"/>
                  </a:ext>
                </a:extLst>
              </a:tr>
              <a:tr h="47280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cap="none" spc="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API Integrations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100" cap="none" spc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155235" marR="155235" marT="155235" marB="1552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593256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Jira API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15 nodes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993009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Anthropic API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3 nodes (Claude)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6123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Salesforce API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kern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2 nodes (Tooling API, OAuth2)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224300"/>
                  </a:ext>
                </a:extLst>
              </a:tr>
              <a:tr h="472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cap="none" spc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HTTP Webhooks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kern="120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3 inter-workflow triggers</a:t>
                      </a:r>
                    </a:p>
                  </a:txBody>
                  <a:tcPr marL="127402" marR="127402" marT="127402" marB="127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60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33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BB15F-4279-0E7F-1307-CEA4E2E4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478" y="349898"/>
            <a:ext cx="11053043" cy="629816"/>
          </a:xfrm>
        </p:spPr>
        <p:txBody>
          <a:bodyPr>
            <a:normAutofit fontScale="90000"/>
          </a:bodyPr>
          <a:lstStyle/>
          <a:p>
            <a:r>
              <a:rPr lang="en-US" dirty="0"/>
              <a:t>Real Deployment: Customer Segment Picklist</a:t>
            </a:r>
            <a:br>
              <a:rPr lang="en-US" b="0" dirty="0"/>
            </a:br>
            <a:br>
              <a:rPr lang="en-US" b="0" dirty="0"/>
            </a:br>
            <a:br>
              <a:rPr lang="en-US" b="0" dirty="0"/>
            </a:b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94BFFB-8B4D-C41D-6E17-B142815C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78" y="959009"/>
            <a:ext cx="3886201" cy="24699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83E98C-36F9-E7FD-6B20-FCCD9823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535" y="959009"/>
            <a:ext cx="3316470" cy="333307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7302E-4001-3DCB-18D6-9C4055DF5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616" y="979714"/>
            <a:ext cx="3973609" cy="399350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7E0C3-D79D-7E98-C14E-5FB829B723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914"/>
          <a:stretch>
            <a:fillRect/>
          </a:stretch>
        </p:blipFill>
        <p:spPr>
          <a:xfrm>
            <a:off x="482775" y="4038111"/>
            <a:ext cx="4454789" cy="2006081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E1E062-856F-93B3-191F-91530489C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564" y="4385943"/>
            <a:ext cx="3316470" cy="197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9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F086-BE0F-5CCD-DF11-C6AE756A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06" y="932688"/>
            <a:ext cx="3866046" cy="3182112"/>
          </a:xfrm>
        </p:spPr>
        <p:txBody>
          <a:bodyPr anchor="b">
            <a:normAutofit/>
          </a:bodyPr>
          <a:lstStyle/>
          <a:p>
            <a:r>
              <a:rPr lang="en-US" dirty="0"/>
              <a:t>Post deployment Screenshot in Salesforce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CEF97E-B38E-E1A9-9DE5-7F4123F0B15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1314" r="53360" b="1"/>
          <a:stretch>
            <a:fillRect/>
          </a:stretch>
        </p:blipFill>
        <p:spPr>
          <a:xfrm>
            <a:off x="5065776" y="10"/>
            <a:ext cx="6135624" cy="3959342"/>
          </a:xfrm>
          <a:noFill/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576A29-4E7F-D786-9B4F-9A106F3E9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38" r="23500"/>
          <a:stretch>
            <a:fillRect/>
          </a:stretch>
        </p:blipFill>
        <p:spPr>
          <a:xfrm>
            <a:off x="5029200" y="4206240"/>
            <a:ext cx="6172200" cy="1645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833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3AAF-5882-15A9-B5FB-2D7D1E32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347472"/>
            <a:ext cx="9875520" cy="1033272"/>
          </a:xfrm>
        </p:spPr>
        <p:txBody>
          <a:bodyPr anchor="ctr">
            <a:normAutofit/>
          </a:bodyPr>
          <a:lstStyle/>
          <a:p>
            <a:r>
              <a:rPr lang="en-US"/>
              <a:t>Execution Timeline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69448-B25B-4FAB-96E3-B65AC0691040}"/>
              </a:ext>
            </a:extLst>
          </p:cNvPr>
          <p:cNvSpPr txBox="1"/>
          <p:nvPr/>
        </p:nvSpPr>
        <p:spPr>
          <a:xfrm>
            <a:off x="6551474" y="2214712"/>
            <a:ext cx="5391710" cy="4067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13:45:00 - Story created with "salesforce" label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13:45:30 - Workflow 1: Claude analyzes requirement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13:45:45 - Workflow 1: Determines ready to execute (no questions)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13:45:50 - Workflow 1: Adds "ready-to-execute" label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13:45:55 - Workflow 1: Triggers Workflow 3 via webhook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13:46:00 - Workflow 3: Validates label and posts "Starting..."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13:46:05 - Workflow 3: Claude generates Tooling API metadata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13:46:15 - Workflow 3: Prepares and validates request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13:46:20 - Workflow 3: Deploys to Salesforce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13:46:30 - Workflow 3: Verifies deployment success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300" kern="1200" dirty="0">
                <a:latin typeface="Cambria" panose="02040503050406030204" pitchFamily="18" charset="0"/>
              </a:rPr>
              <a:t>13:46:35 - Workflow 3: Posts success comment and marks Done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350935-E382-E5C1-9BB6-B64B452F4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402" b="-2"/>
          <a:stretch>
            <a:fillRect/>
          </a:stretch>
        </p:blipFill>
        <p:spPr>
          <a:xfrm>
            <a:off x="1033272" y="2203703"/>
            <a:ext cx="4842510" cy="40676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509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1A08-00F4-F12A-C956-28F80C2F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E12-5124-3CB6-9280-0EE80E67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26" y="2093417"/>
            <a:ext cx="3911952" cy="2069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>
                <a:latin typeface="Cambria" panose="02040503050406030204" pitchFamily="18" charset="0"/>
              </a:rPr>
              <a:t>Authentication</a:t>
            </a:r>
            <a:endParaRPr lang="en-US" sz="12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Cambria" panose="02040503050406030204" pitchFamily="18" charset="0"/>
              </a:rPr>
              <a:t>✅ </a:t>
            </a:r>
            <a:r>
              <a:rPr lang="en-US" sz="1200" b="1" dirty="0">
                <a:latin typeface="Cambria" panose="02040503050406030204" pitchFamily="18" charset="0"/>
              </a:rPr>
              <a:t>Salesforce OAuth2</a:t>
            </a:r>
            <a:r>
              <a:rPr lang="en-US" sz="1200" dirty="0">
                <a:latin typeface="Cambria" panose="02040503050406030204" pitchFamily="18" charset="0"/>
              </a:rPr>
              <a:t>: Token-based auth with refresh</a:t>
            </a:r>
          </a:p>
          <a:p>
            <a:pPr marL="0" indent="0">
              <a:buNone/>
            </a:pPr>
            <a:r>
              <a:rPr lang="en-US" sz="1200" dirty="0">
                <a:latin typeface="Cambria" panose="02040503050406030204" pitchFamily="18" charset="0"/>
              </a:rPr>
              <a:t>✅ </a:t>
            </a:r>
            <a:r>
              <a:rPr lang="en-US" sz="1200" b="1" dirty="0">
                <a:latin typeface="Cambria" panose="02040503050406030204" pitchFamily="18" charset="0"/>
              </a:rPr>
              <a:t>Jira API Token</a:t>
            </a:r>
            <a:r>
              <a:rPr lang="en-US" sz="1200" dirty="0">
                <a:latin typeface="Cambria" panose="02040503050406030204" pitchFamily="18" charset="0"/>
              </a:rPr>
              <a:t>: Stored in n8n credentials manager</a:t>
            </a:r>
          </a:p>
          <a:p>
            <a:pPr marL="0" indent="0">
              <a:buNone/>
            </a:pPr>
            <a:r>
              <a:rPr lang="en-US" sz="1200" dirty="0">
                <a:latin typeface="Cambria" panose="02040503050406030204" pitchFamily="18" charset="0"/>
              </a:rPr>
              <a:t>✅ </a:t>
            </a:r>
            <a:r>
              <a:rPr lang="en-US" sz="1200" b="1" dirty="0">
                <a:latin typeface="Cambria" panose="02040503050406030204" pitchFamily="18" charset="0"/>
              </a:rPr>
              <a:t>Anthropic API Key</a:t>
            </a:r>
            <a:r>
              <a:rPr lang="en-US" sz="1200" dirty="0">
                <a:latin typeface="Cambria" panose="02040503050406030204" pitchFamily="18" charset="0"/>
              </a:rPr>
              <a:t>: Encrypted at rest</a:t>
            </a:r>
          </a:p>
          <a:p>
            <a:pPr marL="0" indent="0">
              <a:buNone/>
            </a:pPr>
            <a:r>
              <a:rPr lang="en-US" sz="1200" dirty="0">
                <a:latin typeface="Cambria" panose="02040503050406030204" pitchFamily="18" charset="0"/>
              </a:rPr>
              <a:t>✅ </a:t>
            </a:r>
            <a:r>
              <a:rPr lang="en-US" sz="1200" b="1" dirty="0">
                <a:latin typeface="Cambria" panose="02040503050406030204" pitchFamily="18" charset="0"/>
              </a:rPr>
              <a:t>Webhook URLs</a:t>
            </a:r>
            <a:r>
              <a:rPr lang="en-US" sz="1200" dirty="0">
                <a:latin typeface="Cambria" panose="02040503050406030204" pitchFamily="18" charset="0"/>
              </a:rPr>
              <a:t>: Unique, non-guessable paths</a:t>
            </a:r>
          </a:p>
          <a:p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D0CBA-FF51-CCB6-402E-7E620201660F}"/>
              </a:ext>
            </a:extLst>
          </p:cNvPr>
          <p:cNvSpPr txBox="1"/>
          <p:nvPr/>
        </p:nvSpPr>
        <p:spPr>
          <a:xfrm>
            <a:off x="4030824" y="2093417"/>
            <a:ext cx="4012164" cy="169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>
                <a:latin typeface="Cambria" panose="02040503050406030204" pitchFamily="18" charset="0"/>
              </a:defRPr>
            </a:lvl1pPr>
            <a:lvl2pPr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914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4pPr>
            <a:lvl5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Data Protection</a:t>
            </a:r>
          </a:p>
          <a:p>
            <a:r>
              <a:rPr lang="en-US" dirty="0"/>
              <a:t>✅ No credentials in code: All in n8n vault</a:t>
            </a:r>
          </a:p>
          <a:p>
            <a:r>
              <a:rPr lang="en-US" dirty="0"/>
              <a:t>✅ No sensitive data logging: Sanitized debug output</a:t>
            </a:r>
          </a:p>
          <a:p>
            <a:r>
              <a:rPr lang="en-US" dirty="0"/>
              <a:t>✅ Secure transmission: HTTPS only</a:t>
            </a:r>
          </a:p>
          <a:p>
            <a:r>
              <a:rPr lang="en-US" dirty="0"/>
              <a:t>✅ Least privilege: Minimal required permissions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B587E-AA74-81F3-81CA-6F9B9ED482F4}"/>
              </a:ext>
            </a:extLst>
          </p:cNvPr>
          <p:cNvSpPr txBox="1"/>
          <p:nvPr/>
        </p:nvSpPr>
        <p:spPr>
          <a:xfrm>
            <a:off x="7772400" y="2093417"/>
            <a:ext cx="4135886" cy="1349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>
                <a:latin typeface="Cambria" panose="02040503050406030204" pitchFamily="18" charset="0"/>
              </a:defRPr>
            </a:lvl1pPr>
            <a:lvl2pPr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3pPr>
            <a:lvl4pPr marL="914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4pPr>
            <a:lvl5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Compliance</a:t>
            </a:r>
          </a:p>
          <a:p>
            <a:r>
              <a:rPr lang="en-US" dirty="0"/>
              <a:t>✅ GDPR: No PII stored outside systems of record</a:t>
            </a:r>
          </a:p>
          <a:p>
            <a:r>
              <a:rPr lang="en-US" dirty="0"/>
              <a:t>✅ SOC 2: Follows security best practices</a:t>
            </a:r>
          </a:p>
          <a:p>
            <a:r>
              <a:rPr lang="en-US" dirty="0"/>
              <a:t>✅ Change management: All changes tracked and reversible</a:t>
            </a:r>
          </a:p>
        </p:txBody>
      </p:sp>
    </p:spTree>
    <p:extLst>
      <p:ext uri="{BB962C8B-B14F-4D97-AF65-F5344CB8AC3E}">
        <p14:creationId xmlns:p14="http://schemas.microsoft.com/office/powerpoint/2010/main" val="1108107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A2C1D-4F4C-49C6-692C-D598EA6B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Roadmap…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64A04-55E3-BD93-1933-F976E2BF0F9C}"/>
              </a:ext>
            </a:extLst>
          </p:cNvPr>
          <p:cNvSpPr txBox="1"/>
          <p:nvPr/>
        </p:nvSpPr>
        <p:spPr>
          <a:xfrm>
            <a:off x="363893" y="1981950"/>
            <a:ext cx="4002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mbria" panose="02040503050406030204" pitchFamily="18" charset="0"/>
              </a:rPr>
              <a:t>Phase 2: Extended Functionality</a:t>
            </a:r>
          </a:p>
          <a:p>
            <a:endParaRPr lang="en-US" sz="1200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🔄 </a:t>
            </a:r>
            <a:r>
              <a:rPr lang="en-US" sz="1200" b="1" dirty="0">
                <a:latin typeface="Cambria" panose="02040503050406030204" pitchFamily="18" charset="0"/>
              </a:rPr>
              <a:t>Workflow Rules &amp; Flows</a:t>
            </a:r>
            <a:r>
              <a:rPr lang="en-US" sz="1200" dirty="0">
                <a:latin typeface="Cambria" panose="02040503050406030204" pitchFamily="18" charset="0"/>
              </a:rPr>
              <a:t>: Automate process creation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🎨 </a:t>
            </a:r>
            <a:r>
              <a:rPr lang="en-US" sz="1200" b="1" dirty="0">
                <a:latin typeface="Cambria" panose="02040503050406030204" pitchFamily="18" charset="0"/>
              </a:rPr>
              <a:t>Page Layouts</a:t>
            </a:r>
            <a:r>
              <a:rPr lang="en-US" sz="1200" dirty="0">
                <a:latin typeface="Cambria" panose="02040503050406030204" pitchFamily="18" charset="0"/>
              </a:rPr>
              <a:t>: Automatically add fields to layouts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🔐 </a:t>
            </a:r>
            <a:r>
              <a:rPr lang="en-US" sz="1200" b="1" dirty="0">
                <a:latin typeface="Cambria" panose="02040503050406030204" pitchFamily="18" charset="0"/>
              </a:rPr>
              <a:t>Permission Sets</a:t>
            </a:r>
            <a:r>
              <a:rPr lang="en-US" sz="1200" dirty="0">
                <a:latin typeface="Cambria" panose="02040503050406030204" pitchFamily="18" charset="0"/>
              </a:rPr>
              <a:t>: Manage field-level security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📋 </a:t>
            </a:r>
            <a:r>
              <a:rPr lang="en-US" sz="1200" b="1" dirty="0">
                <a:latin typeface="Cambria" panose="02040503050406030204" pitchFamily="18" charset="0"/>
              </a:rPr>
              <a:t>Record Types</a:t>
            </a:r>
            <a:r>
              <a:rPr lang="en-US" sz="1200" dirty="0">
                <a:latin typeface="Cambria" panose="02040503050406030204" pitchFamily="18" charset="0"/>
              </a:rPr>
              <a:t>: Create and assign record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405A5-660A-B447-E7A0-9ED48D172050}"/>
              </a:ext>
            </a:extLst>
          </p:cNvPr>
          <p:cNvSpPr txBox="1"/>
          <p:nvPr/>
        </p:nvSpPr>
        <p:spPr>
          <a:xfrm>
            <a:off x="3770562" y="3182279"/>
            <a:ext cx="4400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mbria" panose="02040503050406030204" pitchFamily="18" charset="0"/>
              </a:rPr>
              <a:t>Phase 3: Advanced Features</a:t>
            </a:r>
          </a:p>
          <a:p>
            <a:endParaRPr lang="en-US" sz="1200" b="1" u="sng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🧪 </a:t>
            </a:r>
            <a:r>
              <a:rPr lang="en-US" sz="1200" b="1" dirty="0">
                <a:latin typeface="Cambria" panose="02040503050406030204" pitchFamily="18" charset="0"/>
              </a:rPr>
              <a:t>Test Data Generation</a:t>
            </a:r>
            <a:r>
              <a:rPr lang="en-US" sz="1200" dirty="0">
                <a:latin typeface="Cambria" panose="02040503050406030204" pitchFamily="18" charset="0"/>
              </a:rPr>
              <a:t>: Auto-create test records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📸 </a:t>
            </a:r>
            <a:r>
              <a:rPr lang="en-US" sz="1200" b="1" dirty="0">
                <a:latin typeface="Cambria" panose="02040503050406030204" pitchFamily="18" charset="0"/>
              </a:rPr>
              <a:t>Screenshots</a:t>
            </a:r>
            <a:r>
              <a:rPr lang="en-US" sz="1200" dirty="0">
                <a:latin typeface="Cambria" panose="02040503050406030204" pitchFamily="18" charset="0"/>
              </a:rPr>
              <a:t>: Capture before/after in Salesforce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🔄 </a:t>
            </a:r>
            <a:r>
              <a:rPr lang="en-US" sz="1200" b="1" dirty="0">
                <a:latin typeface="Cambria" panose="02040503050406030204" pitchFamily="18" charset="0"/>
              </a:rPr>
              <a:t>Rollback System</a:t>
            </a:r>
            <a:r>
              <a:rPr lang="en-US" sz="1200" dirty="0">
                <a:latin typeface="Cambria" panose="02040503050406030204" pitchFamily="18" charset="0"/>
              </a:rPr>
              <a:t>: One-click undo deployments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📊 </a:t>
            </a:r>
            <a:r>
              <a:rPr lang="en-US" sz="1200" b="1" dirty="0">
                <a:latin typeface="Cambria" panose="02040503050406030204" pitchFamily="18" charset="0"/>
              </a:rPr>
              <a:t>Impact Analysis</a:t>
            </a:r>
            <a:r>
              <a:rPr lang="en-US" sz="1200" dirty="0">
                <a:latin typeface="Cambria" panose="02040503050406030204" pitchFamily="18" charset="0"/>
              </a:rPr>
              <a:t>: Predict downstream effects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🌐 </a:t>
            </a:r>
            <a:r>
              <a:rPr lang="en-US" sz="1200" b="1" dirty="0">
                <a:latin typeface="Cambria" panose="02040503050406030204" pitchFamily="18" charset="0"/>
              </a:rPr>
              <a:t>Multi-Org</a:t>
            </a:r>
            <a:r>
              <a:rPr lang="en-US" sz="1200" dirty="0">
                <a:latin typeface="Cambria" panose="02040503050406030204" pitchFamily="18" charset="0"/>
              </a:rPr>
              <a:t>: Deploy to multiple Salesforce instances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1ADC3-94D0-2BB2-5664-2DE03FFE492B}"/>
              </a:ext>
            </a:extLst>
          </p:cNvPr>
          <p:cNvSpPr txBox="1"/>
          <p:nvPr/>
        </p:nvSpPr>
        <p:spPr>
          <a:xfrm>
            <a:off x="7573346" y="4742978"/>
            <a:ext cx="44880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mbria" panose="02040503050406030204" pitchFamily="18" charset="0"/>
              </a:rPr>
              <a:t>Phase 4: AI Enhancements</a:t>
            </a:r>
          </a:p>
          <a:p>
            <a:endParaRPr lang="en-US" sz="1200" u="sng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🤖 </a:t>
            </a:r>
            <a:r>
              <a:rPr lang="en-US" sz="1200" b="1" dirty="0">
                <a:latin typeface="Cambria" panose="02040503050406030204" pitchFamily="18" charset="0"/>
              </a:rPr>
              <a:t>Natural language input</a:t>
            </a:r>
            <a:r>
              <a:rPr lang="en-US" sz="1200" dirty="0">
                <a:latin typeface="Cambria" panose="02040503050406030204" pitchFamily="18" charset="0"/>
              </a:rPr>
              <a:t>: "Add a picklist for industry"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🔍 </a:t>
            </a:r>
            <a:r>
              <a:rPr lang="en-US" sz="1200" b="1" dirty="0">
                <a:latin typeface="Cambria" panose="02040503050406030204" pitchFamily="18" charset="0"/>
              </a:rPr>
              <a:t>Smart suggestions</a:t>
            </a:r>
            <a:r>
              <a:rPr lang="en-US" sz="1200" dirty="0">
                <a:latin typeface="Cambria" panose="02040503050406030204" pitchFamily="18" charset="0"/>
              </a:rPr>
              <a:t>: AI recommends similar fields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📚 </a:t>
            </a:r>
            <a:r>
              <a:rPr lang="en-US" sz="1200" b="1" dirty="0">
                <a:latin typeface="Cambria" panose="02040503050406030204" pitchFamily="18" charset="0"/>
              </a:rPr>
              <a:t>Learning system</a:t>
            </a:r>
            <a:r>
              <a:rPr lang="en-US" sz="1200" dirty="0">
                <a:latin typeface="Cambria" panose="02040503050406030204" pitchFamily="18" charset="0"/>
              </a:rPr>
              <a:t>: Improve from past deployments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🎯 </a:t>
            </a:r>
            <a:r>
              <a:rPr lang="en-US" sz="1200" b="1" dirty="0">
                <a:latin typeface="Cambria" panose="02040503050406030204" pitchFamily="18" charset="0"/>
              </a:rPr>
              <a:t>Auto-optimization</a:t>
            </a:r>
            <a:r>
              <a:rPr lang="en-US" sz="1200" dirty="0">
                <a:latin typeface="Cambria" panose="02040503050406030204" pitchFamily="18" charset="0"/>
              </a:rPr>
              <a:t>: Suggest performance improvements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💬 </a:t>
            </a:r>
            <a:r>
              <a:rPr lang="en-US" sz="1200" b="1" dirty="0">
                <a:latin typeface="Cambria" panose="02040503050406030204" pitchFamily="18" charset="0"/>
              </a:rPr>
              <a:t>Conversational UI</a:t>
            </a:r>
            <a:r>
              <a:rPr lang="en-US" sz="1200" dirty="0">
                <a:latin typeface="Cambria" panose="02040503050406030204" pitchFamily="18" charset="0"/>
              </a:rPr>
              <a:t>: Chat-based requirement gathering</a:t>
            </a:r>
          </a:p>
        </p:txBody>
      </p:sp>
    </p:spTree>
    <p:extLst>
      <p:ext uri="{BB962C8B-B14F-4D97-AF65-F5344CB8AC3E}">
        <p14:creationId xmlns:p14="http://schemas.microsoft.com/office/powerpoint/2010/main" val="596932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5DE2-9D28-0ED4-0DF2-80CACA2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03DEA-F338-F853-85B8-651B60A0720C}"/>
              </a:ext>
            </a:extLst>
          </p:cNvPr>
          <p:cNvSpPr txBox="1"/>
          <p:nvPr/>
        </p:nvSpPr>
        <p:spPr>
          <a:xfrm>
            <a:off x="811763" y="2174033"/>
            <a:ext cx="45160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</a:rPr>
              <a:t>Before Automation</a:t>
            </a:r>
          </a:p>
          <a:p>
            <a:endParaRPr lang="en-US" sz="1200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⏱️ </a:t>
            </a:r>
            <a:r>
              <a:rPr lang="en-US" sz="1200" b="1" dirty="0">
                <a:latin typeface="Cambria" panose="02040503050406030204" pitchFamily="18" charset="0"/>
              </a:rPr>
              <a:t>Time per field</a:t>
            </a:r>
            <a:r>
              <a:rPr lang="en-US" sz="1200" dirty="0">
                <a:latin typeface="Cambria" panose="02040503050406030204" pitchFamily="18" charset="0"/>
              </a:rPr>
              <a:t>: 15-30 minutes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📝 </a:t>
            </a:r>
            <a:r>
              <a:rPr lang="en-US" sz="1200" b="1" dirty="0">
                <a:latin typeface="Cambria" panose="02040503050406030204" pitchFamily="18" charset="0"/>
              </a:rPr>
              <a:t>Manual steps</a:t>
            </a:r>
            <a:r>
              <a:rPr lang="en-US" sz="1200" dirty="0">
                <a:latin typeface="Cambria" panose="02040503050406030204" pitchFamily="18" charset="0"/>
              </a:rPr>
              <a:t>: 8-12 (UI clicks, validation, testing)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❌ </a:t>
            </a:r>
            <a:r>
              <a:rPr lang="en-US" sz="1200" b="1" dirty="0">
                <a:latin typeface="Cambria" panose="02040503050406030204" pitchFamily="18" charset="0"/>
              </a:rPr>
              <a:t>Error rate</a:t>
            </a:r>
            <a:r>
              <a:rPr lang="en-US" sz="1200" dirty="0">
                <a:latin typeface="Cambria" panose="02040503050406030204" pitchFamily="18" charset="0"/>
              </a:rPr>
              <a:t>: 15-20% (typos, wrong settings)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🔄 </a:t>
            </a:r>
            <a:r>
              <a:rPr lang="en-US" sz="1200" b="1" dirty="0">
                <a:latin typeface="Cambria" panose="02040503050406030204" pitchFamily="18" charset="0"/>
              </a:rPr>
              <a:t>Context switching**</a:t>
            </a:r>
            <a:r>
              <a:rPr lang="en-US" sz="1200" dirty="0">
                <a:latin typeface="Cambria" panose="02040503050406030204" pitchFamily="18" charset="0"/>
              </a:rPr>
              <a:t>: 3-4 tools (Jira, Salesforce, docs, Slack)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📊 </a:t>
            </a:r>
            <a:r>
              <a:rPr lang="en-US" sz="1200" b="1" dirty="0">
                <a:latin typeface="Cambria" panose="02040503050406030204" pitchFamily="18" charset="0"/>
              </a:rPr>
              <a:t>Tracking</a:t>
            </a:r>
            <a:r>
              <a:rPr lang="en-US" sz="1200" dirty="0">
                <a:latin typeface="Cambria" panose="02040503050406030204" pitchFamily="18" charset="0"/>
              </a:rPr>
              <a:t>: Manual status updates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568CC-2760-6EC1-0043-553769D805C6}"/>
              </a:ext>
            </a:extLst>
          </p:cNvPr>
          <p:cNvSpPr txBox="1"/>
          <p:nvPr/>
        </p:nvSpPr>
        <p:spPr>
          <a:xfrm>
            <a:off x="6167535" y="2174033"/>
            <a:ext cx="45999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</a:rPr>
              <a:t>After Automation</a:t>
            </a:r>
          </a:p>
          <a:p>
            <a:endParaRPr lang="en-US" sz="1200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⚡ </a:t>
            </a:r>
            <a:r>
              <a:rPr lang="en-US" sz="1200" b="1" dirty="0">
                <a:latin typeface="Cambria" panose="02040503050406030204" pitchFamily="18" charset="0"/>
              </a:rPr>
              <a:t>Time per field</a:t>
            </a:r>
            <a:r>
              <a:rPr lang="en-US" sz="1200" dirty="0">
                <a:latin typeface="Cambria" panose="02040503050406030204" pitchFamily="18" charset="0"/>
              </a:rPr>
              <a:t>: 2-5 minutes (90% reduction)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🤖 </a:t>
            </a:r>
            <a:r>
              <a:rPr lang="en-US" sz="1200" b="1" dirty="0">
                <a:latin typeface="Cambria" panose="02040503050406030204" pitchFamily="18" charset="0"/>
              </a:rPr>
              <a:t>Manual steps </a:t>
            </a:r>
            <a:r>
              <a:rPr lang="en-US" sz="1200" dirty="0">
                <a:latin typeface="Cambria" panose="02040503050406030204" pitchFamily="18" charset="0"/>
              </a:rPr>
              <a:t>: 0 (fully automated)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✅ </a:t>
            </a:r>
            <a:r>
              <a:rPr lang="en-US" sz="1200" b="1" dirty="0">
                <a:latin typeface="Cambria" panose="02040503050406030204" pitchFamily="18" charset="0"/>
              </a:rPr>
              <a:t>Error rate</a:t>
            </a:r>
            <a:r>
              <a:rPr lang="en-US" sz="1200" dirty="0">
                <a:latin typeface="Cambria" panose="02040503050406030204" pitchFamily="18" charset="0"/>
              </a:rPr>
              <a:t>: &lt;5% (AI validation + Tooling API)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🎯 </a:t>
            </a:r>
            <a:r>
              <a:rPr lang="en-US" sz="1200" b="1" dirty="0">
                <a:latin typeface="Cambria" panose="02040503050406030204" pitchFamily="18" charset="0"/>
              </a:rPr>
              <a:t>Context switching</a:t>
            </a:r>
            <a:r>
              <a:rPr lang="en-US" sz="1200" dirty="0">
                <a:latin typeface="Cambria" panose="02040503050406030204" pitchFamily="18" charset="0"/>
              </a:rPr>
              <a:t>: 1 tool (Jira only)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📊 </a:t>
            </a:r>
            <a:r>
              <a:rPr lang="en-US" sz="1200" b="1" dirty="0">
                <a:latin typeface="Cambria" panose="02040503050406030204" pitchFamily="18" charset="0"/>
              </a:rPr>
              <a:t>Tracking</a:t>
            </a:r>
            <a:r>
              <a:rPr lang="en-US" sz="1200" dirty="0">
                <a:latin typeface="Cambria" panose="02040503050406030204" pitchFamily="18" charset="0"/>
              </a:rPr>
              <a:t>: Automatic via labels &amp; comments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2C74B-556C-E449-3B56-6F9772CD1F3C}"/>
              </a:ext>
            </a:extLst>
          </p:cNvPr>
          <p:cNvSpPr txBox="1"/>
          <p:nvPr/>
        </p:nvSpPr>
        <p:spPr>
          <a:xfrm>
            <a:off x="3331029" y="3862873"/>
            <a:ext cx="5990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</a:rPr>
              <a:t>Business Impact</a:t>
            </a:r>
          </a:p>
          <a:p>
            <a:endParaRPr lang="en-US" sz="1200" dirty="0">
              <a:latin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</a:rPr>
              <a:t>💰 </a:t>
            </a:r>
            <a:r>
              <a:rPr lang="en-US" sz="1200" b="1" dirty="0">
                <a:latin typeface="Cambria" panose="02040503050406030204" pitchFamily="18" charset="0"/>
              </a:rPr>
              <a:t>Cost savings</a:t>
            </a:r>
            <a:r>
              <a:rPr lang="en-US" sz="1200" dirty="0">
                <a:latin typeface="Cambria" panose="02040503050406030204" pitchFamily="18" charset="0"/>
              </a:rPr>
              <a:t>: ~20 developer hours per week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🚀 </a:t>
            </a:r>
            <a:r>
              <a:rPr lang="en-US" sz="1200" b="1" dirty="0">
                <a:latin typeface="Cambria" panose="02040503050406030204" pitchFamily="18" charset="0"/>
              </a:rPr>
              <a:t>Velocity increase</a:t>
            </a:r>
            <a:r>
              <a:rPr lang="en-US" sz="1200" dirty="0">
                <a:latin typeface="Cambria" panose="02040503050406030204" pitchFamily="18" charset="0"/>
              </a:rPr>
              <a:t>: 5x faster deployments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📈 </a:t>
            </a:r>
            <a:r>
              <a:rPr lang="en-US" sz="1200" b="1" dirty="0">
                <a:latin typeface="Cambria" panose="02040503050406030204" pitchFamily="18" charset="0"/>
              </a:rPr>
              <a:t>Quality improvement</a:t>
            </a:r>
            <a:r>
              <a:rPr lang="en-US" sz="1200" dirty="0">
                <a:latin typeface="Cambria" panose="02040503050406030204" pitchFamily="18" charset="0"/>
              </a:rPr>
              <a:t>: 75% fewer configuration errors</a:t>
            </a:r>
          </a:p>
          <a:p>
            <a:r>
              <a:rPr lang="en-US" sz="1200" dirty="0">
                <a:latin typeface="Cambria" panose="02040503050406030204" pitchFamily="18" charset="0"/>
              </a:rPr>
              <a:t>😊 </a:t>
            </a:r>
            <a:r>
              <a:rPr lang="en-US" sz="1200" b="1" dirty="0">
                <a:latin typeface="Cambria" panose="02040503050406030204" pitchFamily="18" charset="0"/>
              </a:rPr>
              <a:t>Developer satisfaction</a:t>
            </a:r>
            <a:r>
              <a:rPr lang="en-US" sz="1200" dirty="0">
                <a:latin typeface="Cambria" panose="02040503050406030204" pitchFamily="18" charset="0"/>
              </a:rPr>
              <a:t>: Eliminates tedious tasks</a:t>
            </a:r>
          </a:p>
        </p:txBody>
      </p:sp>
    </p:spTree>
    <p:extLst>
      <p:ext uri="{BB962C8B-B14F-4D97-AF65-F5344CB8AC3E}">
        <p14:creationId xmlns:p14="http://schemas.microsoft.com/office/powerpoint/2010/main" val="796455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C1D3-BA50-1038-172F-C4F63321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029968"/>
            <a:ext cx="4398264" cy="2825496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EB10-5365-6727-3608-B4E9E46DBA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04304" y="584688"/>
            <a:ext cx="4517136" cy="56886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</a:rPr>
              <a:t>📧 </a:t>
            </a:r>
            <a:r>
              <a:rPr lang="en-US" sz="1100" dirty="0" err="1">
                <a:latin typeface="Cambria" panose="02040503050406030204" pitchFamily="18" charset="0"/>
              </a:rPr>
              <a:t>pratap.pattanayak@gmail.com</a:t>
            </a:r>
            <a:endParaRPr lang="en-US" sz="11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</a:rPr>
              <a:t>💼 LinkedIn: </a:t>
            </a:r>
            <a:r>
              <a:rPr lang="en-US" sz="1100" dirty="0">
                <a:latin typeface="Cambria" panose="02040503050406030204" pitchFamily="18" charset="0"/>
                <a:hlinkClick r:id="rId2"/>
              </a:rPr>
              <a:t>https://www.linkedin.com/in/pratap2203/</a:t>
            </a:r>
            <a:endParaRPr lang="en-US" sz="11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</a:rPr>
              <a:t>🐙 GitHub: </a:t>
            </a:r>
            <a:r>
              <a:rPr lang="en-US" sz="1100" dirty="0">
                <a:latin typeface="Cambria" panose="02040503050406030204" pitchFamily="18" charset="0"/>
                <a:hlinkClick r:id="rId3"/>
              </a:rPr>
              <a:t>https://github.com/pratapsfdc22-dev</a:t>
            </a:r>
            <a:endParaRPr lang="en-US" sz="1100" dirty="0">
              <a:latin typeface="Cambria" panose="02040503050406030204" pitchFamily="18" charset="0"/>
            </a:endParaRPr>
          </a:p>
          <a:p>
            <a:pPr marL="0" indent="0">
              <a:buNone/>
            </a:pPr>
            <a:endParaRPr lang="en-US" sz="11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4277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Custom 3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" id="{FF74CFCA-15A8-4A19-8791-A4B07AC19AED}" vid="{4F1DA30D-FBF7-47F9-8AB5-ACED5332D3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1811</Words>
  <Application>Microsoft Macintosh PowerPoint</Application>
  <PresentationFormat>Widescreen</PresentationFormat>
  <Paragraphs>314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Avenir Next LT Pro</vt:lpstr>
      <vt:lpstr>Avenir Next LT Pro Light</vt:lpstr>
      <vt:lpstr>Cambria</vt:lpstr>
      <vt:lpstr>Menlo</vt:lpstr>
      <vt:lpstr>Neue Haas Grotesk Text Pro</vt:lpstr>
      <vt:lpstr>Wingdings</vt:lpstr>
      <vt:lpstr>GradientRise</vt:lpstr>
      <vt:lpstr>Autonomous  AI Salesforce Developer Agent </vt:lpstr>
      <vt:lpstr>Executive Summary</vt:lpstr>
      <vt:lpstr>PoC Goals </vt:lpstr>
      <vt:lpstr>System Architecture </vt:lpstr>
      <vt:lpstr>Tech STACK</vt:lpstr>
      <vt:lpstr>Intelligent Q&amp;A System (How it Works)</vt:lpstr>
      <vt:lpstr>Jira Label-Based Workflow State</vt:lpstr>
      <vt:lpstr>Claude AI Prompting Strategy</vt:lpstr>
      <vt:lpstr>Claude AI Prompting Strategy</vt:lpstr>
      <vt:lpstr>Claude AI Prompting Strategy</vt:lpstr>
      <vt:lpstr>Implementation Method</vt:lpstr>
      <vt:lpstr>Real Deployment: Customer Segment Picklist   </vt:lpstr>
      <vt:lpstr>Post deployment Screenshot in Salesforce</vt:lpstr>
      <vt:lpstr>Execution Timeline</vt:lpstr>
      <vt:lpstr>Security Measures</vt:lpstr>
      <vt:lpstr>Potential Roadmap…</vt:lpstr>
      <vt:lpstr>Results and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Sagarika Mohanty</dc:creator>
  <cp:lastModifiedBy>Sagarika Mohanty</cp:lastModifiedBy>
  <cp:revision>11</cp:revision>
  <dcterms:created xsi:type="dcterms:W3CDTF">2026-02-03T23:36:19Z</dcterms:created>
  <dcterms:modified xsi:type="dcterms:W3CDTF">2026-02-05T04:20:28Z</dcterms:modified>
</cp:coreProperties>
</file>